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89" r:id="rId5"/>
    <p:sldId id="281" r:id="rId6"/>
    <p:sldId id="283" r:id="rId7"/>
    <p:sldId id="286" r:id="rId8"/>
    <p:sldId id="287" r:id="rId9"/>
    <p:sldId id="279" r:id="rId10"/>
    <p:sldId id="280" r:id="rId11"/>
    <p:sldId id="288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EFB"/>
    <a:srgbClr val="848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94660"/>
  </p:normalViewPr>
  <p:slideViewPr>
    <p:cSldViewPr snapToGrid="0">
      <p:cViewPr>
        <p:scale>
          <a:sx n="112" d="100"/>
          <a:sy n="112" d="100"/>
        </p:scale>
        <p:origin x="26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7193-AC7A-8A73-E7D6-0BC746658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C9829-A8B1-BF21-C4BE-A2862B974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2EC5-2C0D-3E06-C941-96CFAA03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6BB0-A666-D8E0-B9DB-CC8277A6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4A0FC-4A3E-4244-628B-E7B9AB78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0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5E99-3DBA-08C9-10A4-E2292F57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48C9-791B-EAF6-554A-70CC1AB3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D07A4-97E5-B0D8-69A8-B74C82A9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A3C6-976B-0538-346F-9967EF27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9D94C-BCA3-C383-A34A-F580BAFF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28F8-950F-58F1-D849-A9042617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31CB1-FC02-8CAB-B3A7-6F75F26BC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26F4-84FA-7F3B-47C3-53D1F370B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817B1-A25F-7017-06CC-59203C0C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03085-135E-772D-C624-9BD00A74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2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EA16-795B-98F1-74B8-FC548A60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9C6F-D885-16BD-BA0B-C6D834C7F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72550-4F81-EC0D-F94E-633AB8C7B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7CA4F-BD7D-1937-DFF5-C173FD21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4250F-7447-6F9D-6A1E-2FF1A583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FF018-94C6-2E0D-C85C-3CCC270D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3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EC2D-5295-DEEA-7393-236C804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85098-936C-2730-CFD7-42D02E040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4146E-61D2-BC0E-4063-CCC77C20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3919F-15C9-C490-45E5-CCCA093A5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AE980-E0DC-9CDA-D71F-3215AEADF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64082-42B5-54C2-6BD0-C0DD5F2D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747-9FAF-3C25-B3E9-CD283037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49B0C-5039-8861-EB6F-68E627D9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36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71AF5-9F2E-FCB1-2B3F-68D962D9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BB699-C0AF-2669-5CAD-033516EC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41C80-D57F-D4B8-F051-C86064D2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9E500-D4E8-826F-288B-A3B0C7E4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1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E7359-4B0A-DE61-A8E3-BF458676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593B5-6CB7-FBC3-90BA-C7DEA959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9B710-E0B3-2770-7F62-8C19542A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1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73E8-42D6-C282-5285-F87C1214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44E3C-AA51-B1A0-C062-1FA696D0B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DC0D8-ECCE-1488-E39F-D39EA8002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A6D0B-7187-07FB-DC05-5DE82091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B369A-6E48-9795-868A-0EFF08C3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D32F9-3172-CBED-1562-2A123DC8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4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42C3-EA7D-7698-56C1-8A6FF36F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ECF58-B918-1906-C679-D58258E26A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90962-EE9D-1CB0-9E97-4FB378B8B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7F6F7-271F-A8FC-F308-0CC6F2D0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1443E-F0FE-DD0D-113B-0B9D49ED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D6785-E2D0-23C7-589F-5E43685B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40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B75BE-EF59-3AF5-C688-7E9FB95C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39460-33B2-1183-5D42-8B69ECBFD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29667-9D80-C1F5-0BB5-0EE9933D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E8EA0-6256-118B-8EDD-10CED57E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BDB1-53C4-DEC8-F2A6-21F38DDB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09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B966C-BDDB-CC01-F59E-B4602081B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741A9-E9E6-74FD-D402-5408A7E8C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DA9B8-E247-8605-A4F8-A29556DF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679F8-D7AE-A741-41EE-338C0998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A5D64-E264-AF89-D8C1-C218D56A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4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CB960-E26B-616E-91F6-DD0C224F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41ED-F885-07A4-586E-B5170299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DBC9E-CEFD-1E37-9C58-45A81A1E7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EEAD5-35B2-4B92-B6F3-10F1FDBAC514}" type="datetimeFigureOut">
              <a:rPr lang="en-US" smtClean="0"/>
              <a:t>02-Jul-26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81A6-15AD-7A13-591D-38F75A9CC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38E99-23B3-E128-CB4E-B61F86537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75B84-B50D-4F90-8800-AAD4DDC877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51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4BDF-D7EA-5B98-49D6-55A1B6934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8679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Modified FFN Architecture with tiled input (Algorithm, Trace of Algorithm and Datapath Block Diagram</a:t>
            </a:r>
          </a:p>
        </p:txBody>
      </p:sp>
    </p:spTree>
    <p:extLst>
      <p:ext uri="{BB962C8B-B14F-4D97-AF65-F5344CB8AC3E}">
        <p14:creationId xmlns:p14="http://schemas.microsoft.com/office/powerpoint/2010/main" val="122215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E329-0DFF-EFAD-73DC-963473DB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Comparison Between Pipelined FFN Verilog Design and FFN C Code for different input combinations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B6171-4752-72EE-1C9E-DBE98CA73BFF}"/>
              </a:ext>
            </a:extLst>
          </p:cNvPr>
          <p:cNvSpPr txBox="1"/>
          <p:nvPr/>
        </p:nvSpPr>
        <p:spPr>
          <a:xfrm>
            <a:off x="1086416" y="1783533"/>
            <a:ext cx="957856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Case 1</a:t>
            </a:r>
            <a:r>
              <a:rPr lang="en-US" dirty="0"/>
              <a:t> : All the input elements = 1, all the elements of up projection matrix = 0.5 and all the elements of the down projection matrix = 0.25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6ED69D-A1FD-D028-AB21-E8342DD9C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699" y="2704191"/>
            <a:ext cx="4963218" cy="22101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3D8D1D-2107-82AB-4CEE-D36D6B043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79" y="2704191"/>
            <a:ext cx="3467584" cy="31722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BE246F-3F6C-6ADA-52D1-E369DF0C6C0C}"/>
              </a:ext>
            </a:extLst>
          </p:cNvPr>
          <p:cNvSpPr txBox="1"/>
          <p:nvPr/>
        </p:nvSpPr>
        <p:spPr>
          <a:xfrm>
            <a:off x="1497648" y="6058453"/>
            <a:ext cx="297104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Output from the C code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F1EAC7-F694-C4E1-3DE3-92804920796C}"/>
              </a:ext>
            </a:extLst>
          </p:cNvPr>
          <p:cNvSpPr txBox="1"/>
          <p:nvPr/>
        </p:nvSpPr>
        <p:spPr>
          <a:xfrm>
            <a:off x="6475544" y="6058453"/>
            <a:ext cx="337462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Output from the Verilog code</a:t>
            </a:r>
          </a:p>
        </p:txBody>
      </p:sp>
    </p:spTree>
    <p:extLst>
      <p:ext uri="{BB962C8B-B14F-4D97-AF65-F5344CB8AC3E}">
        <p14:creationId xmlns:p14="http://schemas.microsoft.com/office/powerpoint/2010/main" val="248578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87EB-A341-4F69-4835-6D8C76ED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Comparison Between Pipelined FFN Verilog Design and FFN C Code for different input combinations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467E7-A10F-BB0F-F0CE-488B14CB20CC}"/>
              </a:ext>
            </a:extLst>
          </p:cNvPr>
          <p:cNvSpPr txBox="1"/>
          <p:nvPr/>
        </p:nvSpPr>
        <p:spPr>
          <a:xfrm>
            <a:off x="932507" y="1690688"/>
            <a:ext cx="957856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When different input combinations were applied, the output from the Verilog code contained unwanted zeros. The reason was transposed down projection matrix scheme used in stage  4 caused synchronization error in accumulator.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1EA03-94BB-8E5C-DCB2-118F911B1C95}"/>
              </a:ext>
            </a:extLst>
          </p:cNvPr>
          <p:cNvSpPr txBox="1"/>
          <p:nvPr/>
        </p:nvSpPr>
        <p:spPr>
          <a:xfrm>
            <a:off x="932507" y="3754914"/>
            <a:ext cx="95785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Also, for greater feature size, the code was not synthesizable in Vivado. Thus a modified design approach is used for FFN.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384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0183-E14B-DC97-D425-047F17AB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05B96-8C2D-8749-DA79-5E7EC4313971}"/>
              </a:ext>
            </a:extLst>
          </p:cNvPr>
          <p:cNvSpPr txBox="1"/>
          <p:nvPr/>
        </p:nvSpPr>
        <p:spPr>
          <a:xfrm>
            <a:off x="729574" y="1926077"/>
            <a:ext cx="1062422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1xd input is tiled into t = (d/m) tiles, each tile of dimension 1xm, dx4d up projection matrix and 4dxd down projection matrix is divided into T = (4d</a:t>
            </a:r>
            <a:r>
              <a:rPr lang="en-US" baseline="30000" dirty="0"/>
              <a:t>2</a:t>
            </a:r>
            <a:r>
              <a:rPr lang="en-US" dirty="0"/>
              <a:t>/m</a:t>
            </a:r>
            <a:r>
              <a:rPr lang="en-US" baseline="30000" dirty="0"/>
              <a:t>2</a:t>
            </a:r>
            <a:r>
              <a:rPr lang="en-US" dirty="0"/>
              <a:t>) tiles, each tile of dimension mxm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781E9-F746-E415-EF21-D48CA31B88B6}"/>
              </a:ext>
            </a:extLst>
          </p:cNvPr>
          <p:cNvSpPr txBox="1"/>
          <p:nvPr/>
        </p:nvSpPr>
        <p:spPr>
          <a:xfrm>
            <a:off x="729574" y="2722759"/>
            <a:ext cx="1062422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 0 ≤ input_tile_index &lt; t   fetch the input row vector from previous stage</a:t>
            </a:r>
          </a:p>
          <a:p>
            <a:r>
              <a:rPr lang="en-US" dirty="0"/>
              <a:t>accumulator = 0</a:t>
            </a:r>
          </a:p>
          <a:p>
            <a:r>
              <a:rPr lang="en-US" dirty="0"/>
              <a:t>	for 0 ≤ up_proj_tile_idx &lt; T fetch the up projection matrix tile from external memory</a:t>
            </a:r>
          </a:p>
          <a:p>
            <a:r>
              <a:rPr lang="en-US" dirty="0"/>
              <a:t>	up_proj_out = input * up_proj_tile</a:t>
            </a:r>
          </a:p>
          <a:p>
            <a:r>
              <a:rPr lang="en-US" dirty="0"/>
              <a:t>	 up_proj_tile_idx += 1</a:t>
            </a:r>
          </a:p>
          <a:p>
            <a:r>
              <a:rPr lang="en-US" dirty="0"/>
              <a:t>	relu_out = max (0, up_proj_out)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 for 0 ≤ down_proj_tile_idx &lt; T fetch the down projection matrix tile from external memory</a:t>
            </a:r>
          </a:p>
          <a:p>
            <a:r>
              <a:rPr lang="en-US" dirty="0"/>
              <a:t>	down_proj_out = relu_out * up_proj_tile</a:t>
            </a:r>
          </a:p>
          <a:p>
            <a:r>
              <a:rPr lang="en-US" dirty="0"/>
              <a:t>	accumulator += down_proj_out</a:t>
            </a:r>
          </a:p>
          <a:p>
            <a:r>
              <a:rPr lang="en-US" dirty="0"/>
              <a:t>	down_proj_tile_idx +=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72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5">
            <a:extLst>
              <a:ext uri="{FF2B5EF4-FFF2-40B4-BE49-F238E27FC236}">
                <a16:creationId xmlns:a16="http://schemas.microsoft.com/office/drawing/2014/main" id="{AA76E7F2-017A-0414-A86A-974BD6C72CAA}"/>
              </a:ext>
            </a:extLst>
          </p:cNvPr>
          <p:cNvSpPr txBox="1"/>
          <p:nvPr/>
        </p:nvSpPr>
        <p:spPr>
          <a:xfrm>
            <a:off x="4103734" y="3223101"/>
            <a:ext cx="11163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x0a0c0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014EE2E9-0807-AAD3-F915-76DAB6893031}"/>
              </a:ext>
            </a:extLst>
          </p:cNvPr>
          <p:cNvSpPr txBox="1"/>
          <p:nvPr/>
        </p:nvSpPr>
        <p:spPr>
          <a:xfrm>
            <a:off x="6575450" y="1478841"/>
            <a:ext cx="703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FED51-ABD2-B236-2DD6-6B88FA549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849" y="126846"/>
            <a:ext cx="2506492" cy="6809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First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44D1C-06A2-B569-DCDB-7A79D59774A6}"/>
              </a:ext>
            </a:extLst>
          </p:cNvPr>
          <p:cNvSpPr txBox="1"/>
          <p:nvPr/>
        </p:nvSpPr>
        <p:spPr>
          <a:xfrm>
            <a:off x="94840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F5F47-8081-12D3-2D4C-BBBD12596653}"/>
              </a:ext>
            </a:extLst>
          </p:cNvPr>
          <p:cNvSpPr txBox="1"/>
          <p:nvPr/>
        </p:nvSpPr>
        <p:spPr>
          <a:xfrm>
            <a:off x="544744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1B842E8-CEF2-660C-C325-784515187368}"/>
              </a:ext>
            </a:extLst>
          </p:cNvPr>
          <p:cNvSpPr/>
          <p:nvPr/>
        </p:nvSpPr>
        <p:spPr>
          <a:xfrm rot="5400000">
            <a:off x="245348" y="1647478"/>
            <a:ext cx="151315" cy="350196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4527C9-E017-DA9A-FD64-A820A197C016}"/>
              </a:ext>
            </a:extLst>
          </p:cNvPr>
          <p:cNvSpPr txBox="1"/>
          <p:nvPr/>
        </p:nvSpPr>
        <p:spPr>
          <a:xfrm>
            <a:off x="64646" y="1898233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input vector tile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2844E6F-5EE9-CCFA-7599-F2B05773BACA}"/>
              </a:ext>
            </a:extLst>
          </p:cNvPr>
          <p:cNvSpPr txBox="1"/>
          <p:nvPr/>
        </p:nvSpPr>
        <p:spPr>
          <a:xfrm>
            <a:off x="2445691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1CCB8B8-C05E-47A4-9C73-9F2A31110798}"/>
              </a:ext>
            </a:extLst>
          </p:cNvPr>
          <p:cNvSpPr txBox="1"/>
          <p:nvPr/>
        </p:nvSpPr>
        <p:spPr>
          <a:xfrm>
            <a:off x="2895595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B009AE-27CB-7B3E-1464-4B140D5DFD21}"/>
              </a:ext>
            </a:extLst>
          </p:cNvPr>
          <p:cNvSpPr txBox="1"/>
          <p:nvPr/>
        </p:nvSpPr>
        <p:spPr>
          <a:xfrm>
            <a:off x="3344692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6BBA5B2-0A42-9F23-972E-08A744D3D6DB}"/>
              </a:ext>
            </a:extLst>
          </p:cNvPr>
          <p:cNvSpPr txBox="1"/>
          <p:nvPr/>
        </p:nvSpPr>
        <p:spPr>
          <a:xfrm>
            <a:off x="3792168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D55CF39-77A2-BB0B-1B48-E7F75E9DA5ED}"/>
              </a:ext>
            </a:extLst>
          </p:cNvPr>
          <p:cNvSpPr txBox="1"/>
          <p:nvPr/>
        </p:nvSpPr>
        <p:spPr>
          <a:xfrm>
            <a:off x="2445691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46726DF-3E7F-B95B-A140-5D9A5D56B717}"/>
              </a:ext>
            </a:extLst>
          </p:cNvPr>
          <p:cNvSpPr txBox="1"/>
          <p:nvPr/>
        </p:nvSpPr>
        <p:spPr>
          <a:xfrm>
            <a:off x="2895595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7B38EDD-ADE7-2015-2BA3-615097301BFD}"/>
              </a:ext>
            </a:extLst>
          </p:cNvPr>
          <p:cNvSpPr txBox="1"/>
          <p:nvPr/>
        </p:nvSpPr>
        <p:spPr>
          <a:xfrm>
            <a:off x="3344692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5A86243-4F9B-9397-7E0B-78DBC04D3195}"/>
              </a:ext>
            </a:extLst>
          </p:cNvPr>
          <p:cNvSpPr txBox="1"/>
          <p:nvPr/>
        </p:nvSpPr>
        <p:spPr>
          <a:xfrm>
            <a:off x="3792168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b3</a:t>
            </a:r>
          </a:p>
        </p:txBody>
      </p:sp>
      <p:sp>
        <p:nvSpPr>
          <p:cNvPr id="208" name="Right Brace 207">
            <a:extLst>
              <a:ext uri="{FF2B5EF4-FFF2-40B4-BE49-F238E27FC236}">
                <a16:creationId xmlns:a16="http://schemas.microsoft.com/office/drawing/2014/main" id="{4860F63D-5899-93BF-0148-08E1DFBD27C3}"/>
              </a:ext>
            </a:extLst>
          </p:cNvPr>
          <p:cNvSpPr/>
          <p:nvPr/>
        </p:nvSpPr>
        <p:spPr>
          <a:xfrm rot="16200000">
            <a:off x="2638819" y="995254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E3CE12B-9493-0309-C281-2811C641FF85}"/>
              </a:ext>
            </a:extLst>
          </p:cNvPr>
          <p:cNvSpPr txBox="1"/>
          <p:nvPr/>
        </p:nvSpPr>
        <p:spPr>
          <a:xfrm>
            <a:off x="2347403" y="930609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up projection tile</a:t>
            </a:r>
          </a:p>
        </p:txBody>
      </p:sp>
      <p:sp>
        <p:nvSpPr>
          <p:cNvPr id="211" name="Arrow: Right 210">
            <a:extLst>
              <a:ext uri="{FF2B5EF4-FFF2-40B4-BE49-F238E27FC236}">
                <a16:creationId xmlns:a16="http://schemas.microsoft.com/office/drawing/2014/main" id="{099BC888-D7AD-4FE6-7C0E-0FAA368C98CD}"/>
              </a:ext>
            </a:extLst>
          </p:cNvPr>
          <p:cNvSpPr/>
          <p:nvPr/>
        </p:nvSpPr>
        <p:spPr>
          <a:xfrm>
            <a:off x="2120624" y="144925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3" name="Arrow: Right 212">
            <a:extLst>
              <a:ext uri="{FF2B5EF4-FFF2-40B4-BE49-F238E27FC236}">
                <a16:creationId xmlns:a16="http://schemas.microsoft.com/office/drawing/2014/main" id="{9DAF8337-D66F-2084-40CA-A52F39D017B7}"/>
              </a:ext>
            </a:extLst>
          </p:cNvPr>
          <p:cNvSpPr/>
          <p:nvPr/>
        </p:nvSpPr>
        <p:spPr>
          <a:xfrm>
            <a:off x="6299472" y="1562252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0CB3C9A-A49A-AB93-8524-4F3FBF9E34A5}"/>
              </a:ext>
            </a:extLst>
          </p:cNvPr>
          <p:cNvSpPr txBox="1"/>
          <p:nvPr/>
        </p:nvSpPr>
        <p:spPr>
          <a:xfrm>
            <a:off x="6565702" y="1471124"/>
            <a:ext cx="7037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3CD9928-3FCA-B82F-841B-40F725789153}"/>
              </a:ext>
            </a:extLst>
          </p:cNvPr>
          <p:cNvSpPr txBox="1"/>
          <p:nvPr/>
        </p:nvSpPr>
        <p:spPr>
          <a:xfrm>
            <a:off x="7195468" y="3206715"/>
            <a:ext cx="131402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x0a0c0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C8CF2AD8-708C-0395-A131-BA89CEF07EAB}"/>
              </a:ext>
            </a:extLst>
          </p:cNvPr>
          <p:cNvSpPr/>
          <p:nvPr/>
        </p:nvSpPr>
        <p:spPr>
          <a:xfrm>
            <a:off x="7389552" y="157912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8781489-1AB2-CFE1-E6A3-1B22DB0034DB}"/>
              </a:ext>
            </a:extLst>
          </p:cNvPr>
          <p:cNvSpPr txBox="1"/>
          <p:nvPr/>
        </p:nvSpPr>
        <p:spPr>
          <a:xfrm>
            <a:off x="7685435" y="1449254"/>
            <a:ext cx="82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27" name="Arrow: Right 226">
            <a:extLst>
              <a:ext uri="{FF2B5EF4-FFF2-40B4-BE49-F238E27FC236}">
                <a16:creationId xmlns:a16="http://schemas.microsoft.com/office/drawing/2014/main" id="{7DCE544E-237E-1E68-02C6-A37F9F942C6D}"/>
              </a:ext>
            </a:extLst>
          </p:cNvPr>
          <p:cNvSpPr/>
          <p:nvPr/>
        </p:nvSpPr>
        <p:spPr>
          <a:xfrm>
            <a:off x="8637851" y="153048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4" name="Arrow: Right 293">
            <a:extLst>
              <a:ext uri="{FF2B5EF4-FFF2-40B4-BE49-F238E27FC236}">
                <a16:creationId xmlns:a16="http://schemas.microsoft.com/office/drawing/2014/main" id="{1833A53E-2E0F-34F0-7F06-A160AD18A043}"/>
              </a:ext>
            </a:extLst>
          </p:cNvPr>
          <p:cNvSpPr/>
          <p:nvPr/>
        </p:nvSpPr>
        <p:spPr>
          <a:xfrm rot="10800000">
            <a:off x="8672231" y="3308107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FA6CC04-3398-B21F-480D-2563DB32EB24}"/>
              </a:ext>
            </a:extLst>
          </p:cNvPr>
          <p:cNvSpPr txBox="1"/>
          <p:nvPr/>
        </p:nvSpPr>
        <p:spPr>
          <a:xfrm>
            <a:off x="8999671" y="1258062"/>
            <a:ext cx="45237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c0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D39B3B6F-B1DC-1758-91D3-31BBF3BC4AB8}"/>
              </a:ext>
            </a:extLst>
          </p:cNvPr>
          <p:cNvSpPr txBox="1"/>
          <p:nvPr/>
        </p:nvSpPr>
        <p:spPr>
          <a:xfrm>
            <a:off x="9459118" y="1254860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CB06AAB7-5C9C-7C00-2B2F-2BACF50D5D65}"/>
              </a:ext>
            </a:extLst>
          </p:cNvPr>
          <p:cNvSpPr txBox="1"/>
          <p:nvPr/>
        </p:nvSpPr>
        <p:spPr>
          <a:xfrm>
            <a:off x="8999742" y="161798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E49BB460-FC81-706D-DD86-5657E78BC867}"/>
              </a:ext>
            </a:extLst>
          </p:cNvPr>
          <p:cNvSpPr txBox="1"/>
          <p:nvPr/>
        </p:nvSpPr>
        <p:spPr>
          <a:xfrm>
            <a:off x="9459189" y="1614785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4B57060-0F96-9D33-60FE-530C9B1984CD}"/>
              </a:ext>
            </a:extLst>
          </p:cNvPr>
          <p:cNvSpPr txBox="1"/>
          <p:nvPr/>
        </p:nvSpPr>
        <p:spPr>
          <a:xfrm>
            <a:off x="8999600" y="198731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e0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DA29DB93-4468-2077-26BD-6F122ADB4398}"/>
              </a:ext>
            </a:extLst>
          </p:cNvPr>
          <p:cNvSpPr txBox="1"/>
          <p:nvPr/>
        </p:nvSpPr>
        <p:spPr>
          <a:xfrm>
            <a:off x="9459047" y="198411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B976B31D-0EFD-8AEA-D901-87C2D86844BA}"/>
              </a:ext>
            </a:extLst>
          </p:cNvPr>
          <p:cNvSpPr txBox="1"/>
          <p:nvPr/>
        </p:nvSpPr>
        <p:spPr>
          <a:xfrm>
            <a:off x="8999671" y="234724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3AA10CC2-70FD-0194-069D-8C7FA8844E5A}"/>
              </a:ext>
            </a:extLst>
          </p:cNvPr>
          <p:cNvSpPr txBox="1"/>
          <p:nvPr/>
        </p:nvSpPr>
        <p:spPr>
          <a:xfrm>
            <a:off x="9459118" y="234404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f1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040215BA-A3B0-136D-7041-030558DCDBEA}"/>
              </a:ext>
            </a:extLst>
          </p:cNvPr>
          <p:cNvSpPr txBox="1"/>
          <p:nvPr/>
        </p:nvSpPr>
        <p:spPr>
          <a:xfrm>
            <a:off x="4318272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6170C823-DC85-5A33-6CED-7E97B6F77549}"/>
              </a:ext>
            </a:extLst>
          </p:cNvPr>
          <p:cNvSpPr txBox="1"/>
          <p:nvPr/>
        </p:nvSpPr>
        <p:spPr>
          <a:xfrm>
            <a:off x="4768176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a5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ADF2B18-24A9-35FE-B148-7503F487CDA7}"/>
              </a:ext>
            </a:extLst>
          </p:cNvPr>
          <p:cNvSpPr txBox="1"/>
          <p:nvPr/>
        </p:nvSpPr>
        <p:spPr>
          <a:xfrm>
            <a:off x="5217273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a6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1B8C619-34EF-A3E9-702A-68A4A7C2852B}"/>
              </a:ext>
            </a:extLst>
          </p:cNvPr>
          <p:cNvSpPr txBox="1"/>
          <p:nvPr/>
        </p:nvSpPr>
        <p:spPr>
          <a:xfrm>
            <a:off x="5664749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a7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5CA38D9C-515D-B80A-CD48-D385B20F8CB6}"/>
              </a:ext>
            </a:extLst>
          </p:cNvPr>
          <p:cNvSpPr txBox="1"/>
          <p:nvPr/>
        </p:nvSpPr>
        <p:spPr>
          <a:xfrm>
            <a:off x="4318272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b4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1D13A71B-6599-4C33-0288-88973CFC281A}"/>
              </a:ext>
            </a:extLst>
          </p:cNvPr>
          <p:cNvSpPr txBox="1"/>
          <p:nvPr/>
        </p:nvSpPr>
        <p:spPr>
          <a:xfrm>
            <a:off x="4768176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FF08954-3F38-F5F6-B77D-0452C4FEB601}"/>
              </a:ext>
            </a:extLst>
          </p:cNvPr>
          <p:cNvSpPr txBox="1"/>
          <p:nvPr/>
        </p:nvSpPr>
        <p:spPr>
          <a:xfrm>
            <a:off x="5217273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b6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25CFEF87-995E-B20B-1E41-B923D4DB2EEE}"/>
              </a:ext>
            </a:extLst>
          </p:cNvPr>
          <p:cNvSpPr txBox="1"/>
          <p:nvPr/>
        </p:nvSpPr>
        <p:spPr>
          <a:xfrm>
            <a:off x="5664749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b7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71A313F-5806-559D-5E2A-9C8F08CDC07B}"/>
              </a:ext>
            </a:extLst>
          </p:cNvPr>
          <p:cNvSpPr txBox="1"/>
          <p:nvPr/>
        </p:nvSpPr>
        <p:spPr>
          <a:xfrm>
            <a:off x="8999600" y="271657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g0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B4AB30BE-A5B1-7214-0BB4-C12797370160}"/>
              </a:ext>
            </a:extLst>
          </p:cNvPr>
          <p:cNvSpPr txBox="1"/>
          <p:nvPr/>
        </p:nvSpPr>
        <p:spPr>
          <a:xfrm>
            <a:off x="9459047" y="271337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889DF2CE-B9A3-1E24-2E86-2198D50A9DDF}"/>
              </a:ext>
            </a:extLst>
          </p:cNvPr>
          <p:cNvSpPr txBox="1"/>
          <p:nvPr/>
        </p:nvSpPr>
        <p:spPr>
          <a:xfrm>
            <a:off x="8999671" y="307650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h0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8E3E8877-C36F-CB14-4385-4B2C77DD0439}"/>
              </a:ext>
            </a:extLst>
          </p:cNvPr>
          <p:cNvSpPr txBox="1"/>
          <p:nvPr/>
        </p:nvSpPr>
        <p:spPr>
          <a:xfrm>
            <a:off x="9459118" y="307329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9EA5B25-67A9-362E-95C3-71AC65D9D8FC}"/>
              </a:ext>
            </a:extLst>
          </p:cNvPr>
          <p:cNvSpPr txBox="1"/>
          <p:nvPr/>
        </p:nvSpPr>
        <p:spPr>
          <a:xfrm>
            <a:off x="8999529" y="3445833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E081D76D-C3FF-21DA-320C-3AA6B20AE292}"/>
              </a:ext>
            </a:extLst>
          </p:cNvPr>
          <p:cNvSpPr txBox="1"/>
          <p:nvPr/>
        </p:nvSpPr>
        <p:spPr>
          <a:xfrm>
            <a:off x="9458976" y="344263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i1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3B7F4A98-7C52-F6DB-7156-172A8E2EFB98}"/>
              </a:ext>
            </a:extLst>
          </p:cNvPr>
          <p:cNvSpPr txBox="1"/>
          <p:nvPr/>
        </p:nvSpPr>
        <p:spPr>
          <a:xfrm>
            <a:off x="8999600" y="3805758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j0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235C99F-B99E-1FC8-5D5D-864699662A23}"/>
              </a:ext>
            </a:extLst>
          </p:cNvPr>
          <p:cNvSpPr txBox="1"/>
          <p:nvPr/>
        </p:nvSpPr>
        <p:spPr>
          <a:xfrm>
            <a:off x="9459047" y="380255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j1</a:t>
            </a:r>
          </a:p>
        </p:txBody>
      </p:sp>
      <p:sp>
        <p:nvSpPr>
          <p:cNvPr id="344" name="Right Brace 343">
            <a:extLst>
              <a:ext uri="{FF2B5EF4-FFF2-40B4-BE49-F238E27FC236}">
                <a16:creationId xmlns:a16="http://schemas.microsoft.com/office/drawing/2014/main" id="{2924544D-D2FE-755E-30E7-FB7054116F9C}"/>
              </a:ext>
            </a:extLst>
          </p:cNvPr>
          <p:cNvSpPr/>
          <p:nvPr/>
        </p:nvSpPr>
        <p:spPr>
          <a:xfrm rot="16200000">
            <a:off x="9210549" y="970511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86EA447-1864-BA6E-B1C4-E5986EE8A2A3}"/>
              </a:ext>
            </a:extLst>
          </p:cNvPr>
          <p:cNvSpPr txBox="1"/>
          <p:nvPr/>
        </p:nvSpPr>
        <p:spPr>
          <a:xfrm>
            <a:off x="8861583" y="885528"/>
            <a:ext cx="1586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down projection tile</a:t>
            </a:r>
          </a:p>
        </p:txBody>
      </p:sp>
      <p:sp>
        <p:nvSpPr>
          <p:cNvPr id="350" name="Arrow: Right 349">
            <a:extLst>
              <a:ext uri="{FF2B5EF4-FFF2-40B4-BE49-F238E27FC236}">
                <a16:creationId xmlns:a16="http://schemas.microsoft.com/office/drawing/2014/main" id="{D8C02099-DDAA-603E-24F8-B562CAC9C254}"/>
              </a:ext>
            </a:extLst>
          </p:cNvPr>
          <p:cNvSpPr/>
          <p:nvPr/>
        </p:nvSpPr>
        <p:spPr>
          <a:xfrm rot="10800000">
            <a:off x="6703569" y="331543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5C764582-C148-D882-9D22-F0D6E0AF1E0A}"/>
              </a:ext>
            </a:extLst>
          </p:cNvPr>
          <p:cNvSpPr txBox="1"/>
          <p:nvPr/>
        </p:nvSpPr>
        <p:spPr>
          <a:xfrm>
            <a:off x="5213224" y="3215774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65" name="Title 1">
            <a:extLst>
              <a:ext uri="{FF2B5EF4-FFF2-40B4-BE49-F238E27FC236}">
                <a16:creationId xmlns:a16="http://schemas.microsoft.com/office/drawing/2014/main" id="{EF5F8DA6-E799-3299-924A-22658520931C}"/>
              </a:ext>
            </a:extLst>
          </p:cNvPr>
          <p:cNvSpPr txBox="1">
            <a:spLocks/>
          </p:cNvSpPr>
          <p:nvPr/>
        </p:nvSpPr>
        <p:spPr>
          <a:xfrm>
            <a:off x="203878" y="217493"/>
            <a:ext cx="7185673" cy="680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Trace of Algorithm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326C9315-921A-DE7F-B447-3AA83FB03A83}"/>
              </a:ext>
            </a:extLst>
          </p:cNvPr>
          <p:cNvSpPr txBox="1"/>
          <p:nvPr/>
        </p:nvSpPr>
        <p:spPr>
          <a:xfrm>
            <a:off x="4103734" y="2632105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accumulator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969E7DC4-24E5-423C-CD48-592237EDAD8E}"/>
              </a:ext>
            </a:extLst>
          </p:cNvPr>
          <p:cNvSpPr txBox="1"/>
          <p:nvPr/>
        </p:nvSpPr>
        <p:spPr>
          <a:xfrm>
            <a:off x="6179841" y="1019353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up_proj_out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4A14B442-0FCD-48D5-F746-7757E1AFF728}"/>
              </a:ext>
            </a:extLst>
          </p:cNvPr>
          <p:cNvSpPr txBox="1"/>
          <p:nvPr/>
        </p:nvSpPr>
        <p:spPr>
          <a:xfrm>
            <a:off x="7090094" y="2678330"/>
            <a:ext cx="165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down_proj_out</a:t>
            </a:r>
          </a:p>
        </p:txBody>
      </p:sp>
    </p:spTree>
    <p:extLst>
      <p:ext uri="{BB962C8B-B14F-4D97-AF65-F5344CB8AC3E}">
        <p14:creationId xmlns:p14="http://schemas.microsoft.com/office/powerpoint/2010/main" val="53785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22842-F158-9553-2985-C07568EAD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5">
            <a:extLst>
              <a:ext uri="{FF2B5EF4-FFF2-40B4-BE49-F238E27FC236}">
                <a16:creationId xmlns:a16="http://schemas.microsoft.com/office/drawing/2014/main" id="{D8C66A9E-C9B7-294E-4B4B-0A7773C64277}"/>
              </a:ext>
            </a:extLst>
          </p:cNvPr>
          <p:cNvSpPr txBox="1"/>
          <p:nvPr/>
        </p:nvSpPr>
        <p:spPr>
          <a:xfrm>
            <a:off x="4103734" y="3223101"/>
            <a:ext cx="11163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x0a0c0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6FE6D131-3E5C-98DE-B01F-D0538B8AF09C}"/>
              </a:ext>
            </a:extLst>
          </p:cNvPr>
          <p:cNvSpPr txBox="1"/>
          <p:nvPr/>
        </p:nvSpPr>
        <p:spPr>
          <a:xfrm>
            <a:off x="5224989" y="3223101"/>
            <a:ext cx="130481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x0a0c1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954AD58F-278B-5854-95DC-10090750CA76}"/>
              </a:ext>
            </a:extLst>
          </p:cNvPr>
          <p:cNvSpPr txBox="1"/>
          <p:nvPr/>
        </p:nvSpPr>
        <p:spPr>
          <a:xfrm>
            <a:off x="6575450" y="1478841"/>
            <a:ext cx="703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8B5EF-AC33-5E89-3862-9E38EEEB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187"/>
            <a:ext cx="3929976" cy="6809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Second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6A139-E731-DC8E-3F90-59C984BF449C}"/>
              </a:ext>
            </a:extLst>
          </p:cNvPr>
          <p:cNvSpPr txBox="1"/>
          <p:nvPr/>
        </p:nvSpPr>
        <p:spPr>
          <a:xfrm>
            <a:off x="94840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4A13E-929B-7999-64EB-AC326C481ED8}"/>
              </a:ext>
            </a:extLst>
          </p:cNvPr>
          <p:cNvSpPr txBox="1"/>
          <p:nvPr/>
        </p:nvSpPr>
        <p:spPr>
          <a:xfrm>
            <a:off x="544744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9EA9F58-2F9F-507C-1239-BCDE50DDB3B4}"/>
              </a:ext>
            </a:extLst>
          </p:cNvPr>
          <p:cNvSpPr/>
          <p:nvPr/>
        </p:nvSpPr>
        <p:spPr>
          <a:xfrm rot="5400000">
            <a:off x="245348" y="1647478"/>
            <a:ext cx="151315" cy="350196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05560D-F51D-D435-F3BB-A59206CB7E3F}"/>
              </a:ext>
            </a:extLst>
          </p:cNvPr>
          <p:cNvSpPr txBox="1"/>
          <p:nvPr/>
        </p:nvSpPr>
        <p:spPr>
          <a:xfrm>
            <a:off x="64646" y="1898233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input vector tile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55780E3-170B-3745-5DD2-28171ED6B865}"/>
              </a:ext>
            </a:extLst>
          </p:cNvPr>
          <p:cNvSpPr txBox="1"/>
          <p:nvPr/>
        </p:nvSpPr>
        <p:spPr>
          <a:xfrm>
            <a:off x="2445691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E407C31-9237-7CC7-00AF-6CCE5C64D9BE}"/>
              </a:ext>
            </a:extLst>
          </p:cNvPr>
          <p:cNvSpPr txBox="1"/>
          <p:nvPr/>
        </p:nvSpPr>
        <p:spPr>
          <a:xfrm>
            <a:off x="2895595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694CDDA-6257-43F9-8442-532CA111C718}"/>
              </a:ext>
            </a:extLst>
          </p:cNvPr>
          <p:cNvSpPr txBox="1"/>
          <p:nvPr/>
        </p:nvSpPr>
        <p:spPr>
          <a:xfrm>
            <a:off x="3344692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FE2FA5F-4969-F17C-9FCA-148B6248EFBC}"/>
              </a:ext>
            </a:extLst>
          </p:cNvPr>
          <p:cNvSpPr txBox="1"/>
          <p:nvPr/>
        </p:nvSpPr>
        <p:spPr>
          <a:xfrm>
            <a:off x="3792168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791C3E1-937F-2760-7923-0B5ABFE59B40}"/>
              </a:ext>
            </a:extLst>
          </p:cNvPr>
          <p:cNvSpPr txBox="1"/>
          <p:nvPr/>
        </p:nvSpPr>
        <p:spPr>
          <a:xfrm>
            <a:off x="2445691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4A9F024-A152-3368-1307-72F961E8733B}"/>
              </a:ext>
            </a:extLst>
          </p:cNvPr>
          <p:cNvSpPr txBox="1"/>
          <p:nvPr/>
        </p:nvSpPr>
        <p:spPr>
          <a:xfrm>
            <a:off x="2895595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51E7B51-467C-74E3-7B19-A38C2B56D598}"/>
              </a:ext>
            </a:extLst>
          </p:cNvPr>
          <p:cNvSpPr txBox="1"/>
          <p:nvPr/>
        </p:nvSpPr>
        <p:spPr>
          <a:xfrm>
            <a:off x="3344692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753BE34-83F8-01C4-9253-0BFDB985EE76}"/>
              </a:ext>
            </a:extLst>
          </p:cNvPr>
          <p:cNvSpPr txBox="1"/>
          <p:nvPr/>
        </p:nvSpPr>
        <p:spPr>
          <a:xfrm>
            <a:off x="3792168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b3</a:t>
            </a:r>
          </a:p>
        </p:txBody>
      </p:sp>
      <p:sp>
        <p:nvSpPr>
          <p:cNvPr id="208" name="Right Brace 207">
            <a:extLst>
              <a:ext uri="{FF2B5EF4-FFF2-40B4-BE49-F238E27FC236}">
                <a16:creationId xmlns:a16="http://schemas.microsoft.com/office/drawing/2014/main" id="{8F8A7699-C394-17D5-EE7C-3EC9477F70B1}"/>
              </a:ext>
            </a:extLst>
          </p:cNvPr>
          <p:cNvSpPr/>
          <p:nvPr/>
        </p:nvSpPr>
        <p:spPr>
          <a:xfrm rot="16200000">
            <a:off x="2638819" y="995254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96F5430-CDC1-1659-1560-FC3A9FDAEEFD}"/>
              </a:ext>
            </a:extLst>
          </p:cNvPr>
          <p:cNvSpPr txBox="1"/>
          <p:nvPr/>
        </p:nvSpPr>
        <p:spPr>
          <a:xfrm>
            <a:off x="2347403" y="930609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up projection tile</a:t>
            </a:r>
          </a:p>
        </p:txBody>
      </p:sp>
      <p:sp>
        <p:nvSpPr>
          <p:cNvPr id="211" name="Arrow: Right 210">
            <a:extLst>
              <a:ext uri="{FF2B5EF4-FFF2-40B4-BE49-F238E27FC236}">
                <a16:creationId xmlns:a16="http://schemas.microsoft.com/office/drawing/2014/main" id="{2CED5947-7822-447F-DF3C-33FA35176EB0}"/>
              </a:ext>
            </a:extLst>
          </p:cNvPr>
          <p:cNvSpPr/>
          <p:nvPr/>
        </p:nvSpPr>
        <p:spPr>
          <a:xfrm>
            <a:off x="2120624" y="144925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3" name="Arrow: Right 212">
            <a:extLst>
              <a:ext uri="{FF2B5EF4-FFF2-40B4-BE49-F238E27FC236}">
                <a16:creationId xmlns:a16="http://schemas.microsoft.com/office/drawing/2014/main" id="{83AAED0E-CF20-E961-7C5F-EC161C50F286}"/>
              </a:ext>
            </a:extLst>
          </p:cNvPr>
          <p:cNvSpPr/>
          <p:nvPr/>
        </p:nvSpPr>
        <p:spPr>
          <a:xfrm>
            <a:off x="6299472" y="1562252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D95204F-D365-7788-DF65-8A9178721F42}"/>
              </a:ext>
            </a:extLst>
          </p:cNvPr>
          <p:cNvSpPr txBox="1"/>
          <p:nvPr/>
        </p:nvSpPr>
        <p:spPr>
          <a:xfrm>
            <a:off x="6565702" y="1471124"/>
            <a:ext cx="7037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93FB013-AF5C-600D-016D-99683C13C984}"/>
              </a:ext>
            </a:extLst>
          </p:cNvPr>
          <p:cNvSpPr txBox="1"/>
          <p:nvPr/>
        </p:nvSpPr>
        <p:spPr>
          <a:xfrm>
            <a:off x="7195468" y="3206715"/>
            <a:ext cx="131402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x0a0c1</a:t>
            </a:r>
          </a:p>
        </p:txBody>
      </p:sp>
      <p:sp>
        <p:nvSpPr>
          <p:cNvPr id="227" name="Arrow: Right 226">
            <a:extLst>
              <a:ext uri="{FF2B5EF4-FFF2-40B4-BE49-F238E27FC236}">
                <a16:creationId xmlns:a16="http://schemas.microsoft.com/office/drawing/2014/main" id="{EAA533E0-399E-40C3-C458-CE19B336DB0D}"/>
              </a:ext>
            </a:extLst>
          </p:cNvPr>
          <p:cNvSpPr/>
          <p:nvPr/>
        </p:nvSpPr>
        <p:spPr>
          <a:xfrm>
            <a:off x="8637851" y="153048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4" name="Arrow: Right 293">
            <a:extLst>
              <a:ext uri="{FF2B5EF4-FFF2-40B4-BE49-F238E27FC236}">
                <a16:creationId xmlns:a16="http://schemas.microsoft.com/office/drawing/2014/main" id="{9D71174D-C468-1630-682A-3F2C7C7DC87A}"/>
              </a:ext>
            </a:extLst>
          </p:cNvPr>
          <p:cNvSpPr/>
          <p:nvPr/>
        </p:nvSpPr>
        <p:spPr>
          <a:xfrm rot="10800000">
            <a:off x="8672231" y="3308107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5D2F9280-DEBF-3CF9-EB15-F82285418635}"/>
              </a:ext>
            </a:extLst>
          </p:cNvPr>
          <p:cNvSpPr txBox="1"/>
          <p:nvPr/>
        </p:nvSpPr>
        <p:spPr>
          <a:xfrm>
            <a:off x="8999671" y="125806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c0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24754204-1DAF-3F34-0FF2-53AA4842E2D3}"/>
              </a:ext>
            </a:extLst>
          </p:cNvPr>
          <p:cNvSpPr txBox="1"/>
          <p:nvPr/>
        </p:nvSpPr>
        <p:spPr>
          <a:xfrm>
            <a:off x="9459118" y="1254860"/>
            <a:ext cx="45237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E7CCC1F1-A5D4-35C0-028E-F08325757266}"/>
              </a:ext>
            </a:extLst>
          </p:cNvPr>
          <p:cNvSpPr txBox="1"/>
          <p:nvPr/>
        </p:nvSpPr>
        <p:spPr>
          <a:xfrm>
            <a:off x="8999742" y="161798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04B3F06-1589-D626-242E-F03980502A83}"/>
              </a:ext>
            </a:extLst>
          </p:cNvPr>
          <p:cNvSpPr txBox="1"/>
          <p:nvPr/>
        </p:nvSpPr>
        <p:spPr>
          <a:xfrm>
            <a:off x="9459189" y="1614785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69FED648-5708-29B4-9430-421DC128B1EF}"/>
              </a:ext>
            </a:extLst>
          </p:cNvPr>
          <p:cNvSpPr txBox="1"/>
          <p:nvPr/>
        </p:nvSpPr>
        <p:spPr>
          <a:xfrm>
            <a:off x="8999600" y="198731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e0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1F2ED2B-2A18-97BF-3383-DFE2786D55AF}"/>
              </a:ext>
            </a:extLst>
          </p:cNvPr>
          <p:cNvSpPr txBox="1"/>
          <p:nvPr/>
        </p:nvSpPr>
        <p:spPr>
          <a:xfrm>
            <a:off x="9459047" y="198411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6065FFD0-37FE-3F75-86C5-8C1A069E01B1}"/>
              </a:ext>
            </a:extLst>
          </p:cNvPr>
          <p:cNvSpPr txBox="1"/>
          <p:nvPr/>
        </p:nvSpPr>
        <p:spPr>
          <a:xfrm>
            <a:off x="8999671" y="234724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5FB5D238-191D-BCB3-3AD0-020EBC85CEEA}"/>
              </a:ext>
            </a:extLst>
          </p:cNvPr>
          <p:cNvSpPr txBox="1"/>
          <p:nvPr/>
        </p:nvSpPr>
        <p:spPr>
          <a:xfrm>
            <a:off x="9459118" y="234404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f1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C2750A5A-618F-2569-525B-1292A9F7E323}"/>
              </a:ext>
            </a:extLst>
          </p:cNvPr>
          <p:cNvSpPr txBox="1"/>
          <p:nvPr/>
        </p:nvSpPr>
        <p:spPr>
          <a:xfrm>
            <a:off x="4318272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14C83C33-8D09-417F-90EE-FE530235EA91}"/>
              </a:ext>
            </a:extLst>
          </p:cNvPr>
          <p:cNvSpPr txBox="1"/>
          <p:nvPr/>
        </p:nvSpPr>
        <p:spPr>
          <a:xfrm>
            <a:off x="4768176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a5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99C749D8-6B28-215F-F345-58599F2A09E9}"/>
              </a:ext>
            </a:extLst>
          </p:cNvPr>
          <p:cNvSpPr txBox="1"/>
          <p:nvPr/>
        </p:nvSpPr>
        <p:spPr>
          <a:xfrm>
            <a:off x="5217273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a6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818EB1A-3022-1DDD-F055-B4087FF9610F}"/>
              </a:ext>
            </a:extLst>
          </p:cNvPr>
          <p:cNvSpPr txBox="1"/>
          <p:nvPr/>
        </p:nvSpPr>
        <p:spPr>
          <a:xfrm>
            <a:off x="5664749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a7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3424340C-85AA-00C7-DDCC-FAC5A1DAD133}"/>
              </a:ext>
            </a:extLst>
          </p:cNvPr>
          <p:cNvSpPr txBox="1"/>
          <p:nvPr/>
        </p:nvSpPr>
        <p:spPr>
          <a:xfrm>
            <a:off x="4318272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b4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F13CB57-471B-454F-1C92-9C5FB8A2414A}"/>
              </a:ext>
            </a:extLst>
          </p:cNvPr>
          <p:cNvSpPr txBox="1"/>
          <p:nvPr/>
        </p:nvSpPr>
        <p:spPr>
          <a:xfrm>
            <a:off x="4768176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FA59E9D-DF5D-D5AD-D9EF-176B3B7A60E6}"/>
              </a:ext>
            </a:extLst>
          </p:cNvPr>
          <p:cNvSpPr txBox="1"/>
          <p:nvPr/>
        </p:nvSpPr>
        <p:spPr>
          <a:xfrm>
            <a:off x="5217273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b6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2B2BC8C1-4E99-7C6B-FFC3-7242CB02F8E4}"/>
              </a:ext>
            </a:extLst>
          </p:cNvPr>
          <p:cNvSpPr txBox="1"/>
          <p:nvPr/>
        </p:nvSpPr>
        <p:spPr>
          <a:xfrm>
            <a:off x="5664749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b7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8FC29BD9-D443-CDC9-5DA5-48C28CCF2CA6}"/>
              </a:ext>
            </a:extLst>
          </p:cNvPr>
          <p:cNvSpPr txBox="1"/>
          <p:nvPr/>
        </p:nvSpPr>
        <p:spPr>
          <a:xfrm>
            <a:off x="8999600" y="271657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g0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52C942D-5446-57E0-320E-BB2AEC0FDAB3}"/>
              </a:ext>
            </a:extLst>
          </p:cNvPr>
          <p:cNvSpPr txBox="1"/>
          <p:nvPr/>
        </p:nvSpPr>
        <p:spPr>
          <a:xfrm>
            <a:off x="9459047" y="271337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796C73A3-0F4A-F998-67DA-578D0F9AA606}"/>
              </a:ext>
            </a:extLst>
          </p:cNvPr>
          <p:cNvSpPr txBox="1"/>
          <p:nvPr/>
        </p:nvSpPr>
        <p:spPr>
          <a:xfrm>
            <a:off x="8999671" y="307650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h0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7BEA693D-4CA9-0B5C-ADBF-D4059A0FC9FE}"/>
              </a:ext>
            </a:extLst>
          </p:cNvPr>
          <p:cNvSpPr txBox="1"/>
          <p:nvPr/>
        </p:nvSpPr>
        <p:spPr>
          <a:xfrm>
            <a:off x="9459118" y="307329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4F86721-5A0F-C5AE-3D11-3DF81F226009}"/>
              </a:ext>
            </a:extLst>
          </p:cNvPr>
          <p:cNvSpPr txBox="1"/>
          <p:nvPr/>
        </p:nvSpPr>
        <p:spPr>
          <a:xfrm>
            <a:off x="8999529" y="3445833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851505C1-0233-4E07-D96B-5BE310F90377}"/>
              </a:ext>
            </a:extLst>
          </p:cNvPr>
          <p:cNvSpPr txBox="1"/>
          <p:nvPr/>
        </p:nvSpPr>
        <p:spPr>
          <a:xfrm>
            <a:off x="9458976" y="344263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i1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6760477-5AC1-6A0B-36F4-C60B3B2B5159}"/>
              </a:ext>
            </a:extLst>
          </p:cNvPr>
          <p:cNvSpPr txBox="1"/>
          <p:nvPr/>
        </p:nvSpPr>
        <p:spPr>
          <a:xfrm>
            <a:off x="8999600" y="3805758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j0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8D250FD-42A4-E4AB-EF8A-2DCE8676AD52}"/>
              </a:ext>
            </a:extLst>
          </p:cNvPr>
          <p:cNvSpPr txBox="1"/>
          <p:nvPr/>
        </p:nvSpPr>
        <p:spPr>
          <a:xfrm>
            <a:off x="9459047" y="380255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j1</a:t>
            </a:r>
          </a:p>
        </p:txBody>
      </p:sp>
      <p:sp>
        <p:nvSpPr>
          <p:cNvPr id="344" name="Right Brace 343">
            <a:extLst>
              <a:ext uri="{FF2B5EF4-FFF2-40B4-BE49-F238E27FC236}">
                <a16:creationId xmlns:a16="http://schemas.microsoft.com/office/drawing/2014/main" id="{7A99D3F7-C4C0-4BA8-A3BB-D4E707BA6709}"/>
              </a:ext>
            </a:extLst>
          </p:cNvPr>
          <p:cNvSpPr/>
          <p:nvPr/>
        </p:nvSpPr>
        <p:spPr>
          <a:xfrm rot="16200000">
            <a:off x="9210549" y="970511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FA5E06E4-DB45-6AF2-3D13-1606DAB242BF}"/>
              </a:ext>
            </a:extLst>
          </p:cNvPr>
          <p:cNvSpPr txBox="1"/>
          <p:nvPr/>
        </p:nvSpPr>
        <p:spPr>
          <a:xfrm>
            <a:off x="8861583" y="885528"/>
            <a:ext cx="1586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down projection tile</a:t>
            </a:r>
          </a:p>
        </p:txBody>
      </p:sp>
      <p:sp>
        <p:nvSpPr>
          <p:cNvPr id="350" name="Arrow: Right 349">
            <a:extLst>
              <a:ext uri="{FF2B5EF4-FFF2-40B4-BE49-F238E27FC236}">
                <a16:creationId xmlns:a16="http://schemas.microsoft.com/office/drawing/2014/main" id="{B9BF0FEA-6368-DFCF-3FBD-4C2A1978DAAF}"/>
              </a:ext>
            </a:extLst>
          </p:cNvPr>
          <p:cNvSpPr/>
          <p:nvPr/>
        </p:nvSpPr>
        <p:spPr>
          <a:xfrm rot="10800000">
            <a:off x="6703569" y="331543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20DE3-C588-209C-B0AA-FA4C796BAD63}"/>
              </a:ext>
            </a:extLst>
          </p:cNvPr>
          <p:cNvSpPr txBox="1"/>
          <p:nvPr/>
        </p:nvSpPr>
        <p:spPr>
          <a:xfrm>
            <a:off x="4432881" y="2657552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accumulator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C824C-75A1-82C1-A695-3C11AD943B93}"/>
              </a:ext>
            </a:extLst>
          </p:cNvPr>
          <p:cNvSpPr txBox="1"/>
          <p:nvPr/>
        </p:nvSpPr>
        <p:spPr>
          <a:xfrm>
            <a:off x="6288835" y="947083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up_proj_out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BA540BD-2EC2-B349-08D1-0A966BA95CED}"/>
              </a:ext>
            </a:extLst>
          </p:cNvPr>
          <p:cNvSpPr/>
          <p:nvPr/>
        </p:nvSpPr>
        <p:spPr>
          <a:xfrm>
            <a:off x="7389552" y="157912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9826B6-AC8A-3B8A-DE65-0CE05F3EFAFA}"/>
              </a:ext>
            </a:extLst>
          </p:cNvPr>
          <p:cNvSpPr txBox="1"/>
          <p:nvPr/>
        </p:nvSpPr>
        <p:spPr>
          <a:xfrm>
            <a:off x="7685435" y="1449254"/>
            <a:ext cx="82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90423C-A5AA-B5A7-E6C1-00174E0B1129}"/>
              </a:ext>
            </a:extLst>
          </p:cNvPr>
          <p:cNvSpPr txBox="1"/>
          <p:nvPr/>
        </p:nvSpPr>
        <p:spPr>
          <a:xfrm>
            <a:off x="7090094" y="2678330"/>
            <a:ext cx="165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down_proj_out</a:t>
            </a:r>
          </a:p>
        </p:txBody>
      </p:sp>
    </p:spTree>
    <p:extLst>
      <p:ext uri="{BB962C8B-B14F-4D97-AF65-F5344CB8AC3E}">
        <p14:creationId xmlns:p14="http://schemas.microsoft.com/office/powerpoint/2010/main" val="139238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7710-0B0D-08AA-51DB-07396D32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5">
            <a:extLst>
              <a:ext uri="{FF2B5EF4-FFF2-40B4-BE49-F238E27FC236}">
                <a16:creationId xmlns:a16="http://schemas.microsoft.com/office/drawing/2014/main" id="{D29AFAA2-D9AB-E4BC-B530-FBD88DB265C7}"/>
              </a:ext>
            </a:extLst>
          </p:cNvPr>
          <p:cNvSpPr txBox="1"/>
          <p:nvPr/>
        </p:nvSpPr>
        <p:spPr>
          <a:xfrm>
            <a:off x="3344692" y="3223101"/>
            <a:ext cx="187536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x0a0c0+x0a01d0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9D0177A8-626D-A86F-0400-86203DA4FD21}"/>
              </a:ext>
            </a:extLst>
          </p:cNvPr>
          <p:cNvSpPr txBox="1"/>
          <p:nvPr/>
        </p:nvSpPr>
        <p:spPr>
          <a:xfrm>
            <a:off x="6575450" y="1478841"/>
            <a:ext cx="703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E390-57A6-4255-4F29-1E12E7E0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187"/>
            <a:ext cx="10515600" cy="6809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Third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39623-036F-21FE-9D6F-5B7CF58318CF}"/>
              </a:ext>
            </a:extLst>
          </p:cNvPr>
          <p:cNvSpPr txBox="1"/>
          <p:nvPr/>
        </p:nvSpPr>
        <p:spPr>
          <a:xfrm>
            <a:off x="94840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FA511-C613-2C6B-EDCB-2B735CFF037C}"/>
              </a:ext>
            </a:extLst>
          </p:cNvPr>
          <p:cNvSpPr txBox="1"/>
          <p:nvPr/>
        </p:nvSpPr>
        <p:spPr>
          <a:xfrm>
            <a:off x="544744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F46AEC9-D2B4-704D-1E27-AC47B6987B35}"/>
              </a:ext>
            </a:extLst>
          </p:cNvPr>
          <p:cNvSpPr/>
          <p:nvPr/>
        </p:nvSpPr>
        <p:spPr>
          <a:xfrm rot="5400000">
            <a:off x="245348" y="1647478"/>
            <a:ext cx="151315" cy="350196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BCBB5-6EC2-909C-117F-313B9D41B56B}"/>
              </a:ext>
            </a:extLst>
          </p:cNvPr>
          <p:cNvSpPr txBox="1"/>
          <p:nvPr/>
        </p:nvSpPr>
        <p:spPr>
          <a:xfrm>
            <a:off x="64646" y="1898233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input vector tile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365ACAF-4447-B569-643B-9705FF612B00}"/>
              </a:ext>
            </a:extLst>
          </p:cNvPr>
          <p:cNvSpPr txBox="1"/>
          <p:nvPr/>
        </p:nvSpPr>
        <p:spPr>
          <a:xfrm>
            <a:off x="2445691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8AA757C-4829-B871-857C-B9C04B269A10}"/>
              </a:ext>
            </a:extLst>
          </p:cNvPr>
          <p:cNvSpPr txBox="1"/>
          <p:nvPr/>
        </p:nvSpPr>
        <p:spPr>
          <a:xfrm>
            <a:off x="2895595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BDCD7C-4D48-25B4-0CC5-562BB307FCC9}"/>
              </a:ext>
            </a:extLst>
          </p:cNvPr>
          <p:cNvSpPr txBox="1"/>
          <p:nvPr/>
        </p:nvSpPr>
        <p:spPr>
          <a:xfrm>
            <a:off x="3344692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2403AC5-32C6-839F-FBA2-186BB144DD9E}"/>
              </a:ext>
            </a:extLst>
          </p:cNvPr>
          <p:cNvSpPr txBox="1"/>
          <p:nvPr/>
        </p:nvSpPr>
        <p:spPr>
          <a:xfrm>
            <a:off x="3792168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7351430-1692-55C9-C114-C5B8D83F4E8B}"/>
              </a:ext>
            </a:extLst>
          </p:cNvPr>
          <p:cNvSpPr txBox="1"/>
          <p:nvPr/>
        </p:nvSpPr>
        <p:spPr>
          <a:xfrm>
            <a:off x="2445691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9AA541C-7D21-3B7E-3DCE-B04D28D03D22}"/>
              </a:ext>
            </a:extLst>
          </p:cNvPr>
          <p:cNvSpPr txBox="1"/>
          <p:nvPr/>
        </p:nvSpPr>
        <p:spPr>
          <a:xfrm>
            <a:off x="2895595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D7EF173-04C2-DF25-15FD-65765F8D8C30}"/>
              </a:ext>
            </a:extLst>
          </p:cNvPr>
          <p:cNvSpPr txBox="1"/>
          <p:nvPr/>
        </p:nvSpPr>
        <p:spPr>
          <a:xfrm>
            <a:off x="3344692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0079F0E-8BB5-9E9C-3E95-9227F6D782F9}"/>
              </a:ext>
            </a:extLst>
          </p:cNvPr>
          <p:cNvSpPr txBox="1"/>
          <p:nvPr/>
        </p:nvSpPr>
        <p:spPr>
          <a:xfrm>
            <a:off x="3792168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b3</a:t>
            </a:r>
          </a:p>
        </p:txBody>
      </p:sp>
      <p:sp>
        <p:nvSpPr>
          <p:cNvPr id="208" name="Right Brace 207">
            <a:extLst>
              <a:ext uri="{FF2B5EF4-FFF2-40B4-BE49-F238E27FC236}">
                <a16:creationId xmlns:a16="http://schemas.microsoft.com/office/drawing/2014/main" id="{7D879727-3F1A-E47B-E925-3D37FEAC4214}"/>
              </a:ext>
            </a:extLst>
          </p:cNvPr>
          <p:cNvSpPr/>
          <p:nvPr/>
        </p:nvSpPr>
        <p:spPr>
          <a:xfrm rot="16200000">
            <a:off x="2638819" y="995254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ED8CA4B-CCDA-6B23-E526-9C42DD2773EF}"/>
              </a:ext>
            </a:extLst>
          </p:cNvPr>
          <p:cNvSpPr txBox="1"/>
          <p:nvPr/>
        </p:nvSpPr>
        <p:spPr>
          <a:xfrm>
            <a:off x="2347403" y="930609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up projection tile</a:t>
            </a:r>
          </a:p>
        </p:txBody>
      </p:sp>
      <p:sp>
        <p:nvSpPr>
          <p:cNvPr id="211" name="Arrow: Right 210">
            <a:extLst>
              <a:ext uri="{FF2B5EF4-FFF2-40B4-BE49-F238E27FC236}">
                <a16:creationId xmlns:a16="http://schemas.microsoft.com/office/drawing/2014/main" id="{B363A364-9166-ACE3-AA96-0DD31989C0CC}"/>
              </a:ext>
            </a:extLst>
          </p:cNvPr>
          <p:cNvSpPr/>
          <p:nvPr/>
        </p:nvSpPr>
        <p:spPr>
          <a:xfrm>
            <a:off x="2120624" y="144925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3" name="Arrow: Right 212">
            <a:extLst>
              <a:ext uri="{FF2B5EF4-FFF2-40B4-BE49-F238E27FC236}">
                <a16:creationId xmlns:a16="http://schemas.microsoft.com/office/drawing/2014/main" id="{30737CFB-BC1C-6588-0FCF-8F5E5C013D54}"/>
              </a:ext>
            </a:extLst>
          </p:cNvPr>
          <p:cNvSpPr/>
          <p:nvPr/>
        </p:nvSpPr>
        <p:spPr>
          <a:xfrm>
            <a:off x="6299472" y="1562252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551617B-CFC4-3EE9-5394-C25CEBA9154C}"/>
              </a:ext>
            </a:extLst>
          </p:cNvPr>
          <p:cNvSpPr txBox="1"/>
          <p:nvPr/>
        </p:nvSpPr>
        <p:spPr>
          <a:xfrm>
            <a:off x="6565702" y="1471124"/>
            <a:ext cx="7037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E8FADEC-99CC-91B0-A084-389DB085CFC4}"/>
              </a:ext>
            </a:extLst>
          </p:cNvPr>
          <p:cNvSpPr txBox="1"/>
          <p:nvPr/>
        </p:nvSpPr>
        <p:spPr>
          <a:xfrm>
            <a:off x="7195468" y="3206715"/>
            <a:ext cx="131402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x0a1d0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8107E052-EC32-CE5C-E4E7-0617D92AF0DF}"/>
              </a:ext>
            </a:extLst>
          </p:cNvPr>
          <p:cNvSpPr/>
          <p:nvPr/>
        </p:nvSpPr>
        <p:spPr>
          <a:xfrm>
            <a:off x="7389552" y="157912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D50C997-A53F-2820-3191-A41D71711086}"/>
              </a:ext>
            </a:extLst>
          </p:cNvPr>
          <p:cNvSpPr txBox="1"/>
          <p:nvPr/>
        </p:nvSpPr>
        <p:spPr>
          <a:xfrm>
            <a:off x="7685435" y="1449254"/>
            <a:ext cx="82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27" name="Arrow: Right 226">
            <a:extLst>
              <a:ext uri="{FF2B5EF4-FFF2-40B4-BE49-F238E27FC236}">
                <a16:creationId xmlns:a16="http://schemas.microsoft.com/office/drawing/2014/main" id="{83F8411F-2F45-62B6-AF9C-1694AE4EB80C}"/>
              </a:ext>
            </a:extLst>
          </p:cNvPr>
          <p:cNvSpPr/>
          <p:nvPr/>
        </p:nvSpPr>
        <p:spPr>
          <a:xfrm>
            <a:off x="8637851" y="153048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4" name="Arrow: Right 293">
            <a:extLst>
              <a:ext uri="{FF2B5EF4-FFF2-40B4-BE49-F238E27FC236}">
                <a16:creationId xmlns:a16="http://schemas.microsoft.com/office/drawing/2014/main" id="{8E299A83-CA31-80CC-3B05-BB342DDAD5AE}"/>
              </a:ext>
            </a:extLst>
          </p:cNvPr>
          <p:cNvSpPr/>
          <p:nvPr/>
        </p:nvSpPr>
        <p:spPr>
          <a:xfrm rot="10800000">
            <a:off x="8672231" y="3308107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019CC26-8E8E-724C-E088-0D9EA297349F}"/>
              </a:ext>
            </a:extLst>
          </p:cNvPr>
          <p:cNvSpPr txBox="1"/>
          <p:nvPr/>
        </p:nvSpPr>
        <p:spPr>
          <a:xfrm>
            <a:off x="8999671" y="125806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c0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45EA480D-C807-9724-19DC-D58837ACB8DF}"/>
              </a:ext>
            </a:extLst>
          </p:cNvPr>
          <p:cNvSpPr txBox="1"/>
          <p:nvPr/>
        </p:nvSpPr>
        <p:spPr>
          <a:xfrm>
            <a:off x="9459118" y="1254860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0EF0919F-2729-C5E8-DFF5-CFC244544392}"/>
              </a:ext>
            </a:extLst>
          </p:cNvPr>
          <p:cNvSpPr txBox="1"/>
          <p:nvPr/>
        </p:nvSpPr>
        <p:spPr>
          <a:xfrm>
            <a:off x="8999742" y="1617987"/>
            <a:ext cx="45237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E57063A-C7AC-EA0A-F1E5-9637247C9B14}"/>
              </a:ext>
            </a:extLst>
          </p:cNvPr>
          <p:cNvSpPr txBox="1"/>
          <p:nvPr/>
        </p:nvSpPr>
        <p:spPr>
          <a:xfrm>
            <a:off x="9459189" y="1614785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A10F9C8-9C3A-1AF3-0BBD-8A8859BA6421}"/>
              </a:ext>
            </a:extLst>
          </p:cNvPr>
          <p:cNvSpPr txBox="1"/>
          <p:nvPr/>
        </p:nvSpPr>
        <p:spPr>
          <a:xfrm>
            <a:off x="8999600" y="198731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e0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73BBD46-D2A5-4021-06B3-678E7C26347D}"/>
              </a:ext>
            </a:extLst>
          </p:cNvPr>
          <p:cNvSpPr txBox="1"/>
          <p:nvPr/>
        </p:nvSpPr>
        <p:spPr>
          <a:xfrm>
            <a:off x="9459047" y="198411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C4FDF8A3-3F98-98AF-4523-026076619072}"/>
              </a:ext>
            </a:extLst>
          </p:cNvPr>
          <p:cNvSpPr txBox="1"/>
          <p:nvPr/>
        </p:nvSpPr>
        <p:spPr>
          <a:xfrm>
            <a:off x="8999671" y="234724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97514CA0-01AD-A6C5-0EA8-D4F34C5B4023}"/>
              </a:ext>
            </a:extLst>
          </p:cNvPr>
          <p:cNvSpPr txBox="1"/>
          <p:nvPr/>
        </p:nvSpPr>
        <p:spPr>
          <a:xfrm>
            <a:off x="9459118" y="234404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f1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1CB90179-22B7-9357-A93D-4B34C2634CC9}"/>
              </a:ext>
            </a:extLst>
          </p:cNvPr>
          <p:cNvSpPr txBox="1"/>
          <p:nvPr/>
        </p:nvSpPr>
        <p:spPr>
          <a:xfrm>
            <a:off x="4318272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C1871BA6-70F2-80E3-14C7-79DAF92C3156}"/>
              </a:ext>
            </a:extLst>
          </p:cNvPr>
          <p:cNvSpPr txBox="1"/>
          <p:nvPr/>
        </p:nvSpPr>
        <p:spPr>
          <a:xfrm>
            <a:off x="4768176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a5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F29BFD3-BCA7-710D-720E-3ED48E794F31}"/>
              </a:ext>
            </a:extLst>
          </p:cNvPr>
          <p:cNvSpPr txBox="1"/>
          <p:nvPr/>
        </p:nvSpPr>
        <p:spPr>
          <a:xfrm>
            <a:off x="5217273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a6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6EADE7A-7A05-0C4F-D479-9F68646C5BDB}"/>
              </a:ext>
            </a:extLst>
          </p:cNvPr>
          <p:cNvSpPr txBox="1"/>
          <p:nvPr/>
        </p:nvSpPr>
        <p:spPr>
          <a:xfrm>
            <a:off x="5664749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a7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05918707-E7CD-97EF-7E88-6B39EEA5E36D}"/>
              </a:ext>
            </a:extLst>
          </p:cNvPr>
          <p:cNvSpPr txBox="1"/>
          <p:nvPr/>
        </p:nvSpPr>
        <p:spPr>
          <a:xfrm>
            <a:off x="4318272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b4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2A16A07F-67C7-204D-DCB1-5508FCB76B9E}"/>
              </a:ext>
            </a:extLst>
          </p:cNvPr>
          <p:cNvSpPr txBox="1"/>
          <p:nvPr/>
        </p:nvSpPr>
        <p:spPr>
          <a:xfrm>
            <a:off x="4768176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217B36DB-9D9B-0BFC-FFDC-177EF6C82621}"/>
              </a:ext>
            </a:extLst>
          </p:cNvPr>
          <p:cNvSpPr txBox="1"/>
          <p:nvPr/>
        </p:nvSpPr>
        <p:spPr>
          <a:xfrm>
            <a:off x="5217273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b6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ED492ED8-DE84-A8F0-C716-255D7A52766C}"/>
              </a:ext>
            </a:extLst>
          </p:cNvPr>
          <p:cNvSpPr txBox="1"/>
          <p:nvPr/>
        </p:nvSpPr>
        <p:spPr>
          <a:xfrm>
            <a:off x="5664749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b7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B54E94D-85C2-6634-5EF4-9FB903E0B41F}"/>
              </a:ext>
            </a:extLst>
          </p:cNvPr>
          <p:cNvSpPr txBox="1"/>
          <p:nvPr/>
        </p:nvSpPr>
        <p:spPr>
          <a:xfrm>
            <a:off x="8999600" y="271657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g0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FB6809BD-4530-1BB4-4320-E789412A4BCE}"/>
              </a:ext>
            </a:extLst>
          </p:cNvPr>
          <p:cNvSpPr txBox="1"/>
          <p:nvPr/>
        </p:nvSpPr>
        <p:spPr>
          <a:xfrm>
            <a:off x="9459047" y="271337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48E6EBC-A5D1-0648-D0C5-04CC0622777F}"/>
              </a:ext>
            </a:extLst>
          </p:cNvPr>
          <p:cNvSpPr txBox="1"/>
          <p:nvPr/>
        </p:nvSpPr>
        <p:spPr>
          <a:xfrm>
            <a:off x="8999671" y="307650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h0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A5F94359-47B2-3608-C92D-C68BACBF642D}"/>
              </a:ext>
            </a:extLst>
          </p:cNvPr>
          <p:cNvSpPr txBox="1"/>
          <p:nvPr/>
        </p:nvSpPr>
        <p:spPr>
          <a:xfrm>
            <a:off x="9459118" y="307329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001ABB4B-2B15-079F-110D-FCD9C8DD00EF}"/>
              </a:ext>
            </a:extLst>
          </p:cNvPr>
          <p:cNvSpPr txBox="1"/>
          <p:nvPr/>
        </p:nvSpPr>
        <p:spPr>
          <a:xfrm>
            <a:off x="8999529" y="3445833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B63270D-B2FA-AB37-7B97-639C4AB0B0DE}"/>
              </a:ext>
            </a:extLst>
          </p:cNvPr>
          <p:cNvSpPr txBox="1"/>
          <p:nvPr/>
        </p:nvSpPr>
        <p:spPr>
          <a:xfrm>
            <a:off x="9458976" y="344263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i1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E009A323-D882-80DE-F6D1-CBE464BBA5F6}"/>
              </a:ext>
            </a:extLst>
          </p:cNvPr>
          <p:cNvSpPr txBox="1"/>
          <p:nvPr/>
        </p:nvSpPr>
        <p:spPr>
          <a:xfrm>
            <a:off x="8999600" y="3805758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j0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BA5D84F-2427-15D2-01E0-502BCC8B5BE8}"/>
              </a:ext>
            </a:extLst>
          </p:cNvPr>
          <p:cNvSpPr txBox="1"/>
          <p:nvPr/>
        </p:nvSpPr>
        <p:spPr>
          <a:xfrm>
            <a:off x="9459047" y="380255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j1</a:t>
            </a:r>
          </a:p>
        </p:txBody>
      </p:sp>
      <p:sp>
        <p:nvSpPr>
          <p:cNvPr id="344" name="Right Brace 343">
            <a:extLst>
              <a:ext uri="{FF2B5EF4-FFF2-40B4-BE49-F238E27FC236}">
                <a16:creationId xmlns:a16="http://schemas.microsoft.com/office/drawing/2014/main" id="{A0FC17DF-A8AB-AC6D-ECB1-E2623923FBAB}"/>
              </a:ext>
            </a:extLst>
          </p:cNvPr>
          <p:cNvSpPr/>
          <p:nvPr/>
        </p:nvSpPr>
        <p:spPr>
          <a:xfrm rot="16200000">
            <a:off x="9210549" y="970511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00338C52-2B57-E0E3-B97B-ABBB4FC3A310}"/>
              </a:ext>
            </a:extLst>
          </p:cNvPr>
          <p:cNvSpPr txBox="1"/>
          <p:nvPr/>
        </p:nvSpPr>
        <p:spPr>
          <a:xfrm>
            <a:off x="8861583" y="885528"/>
            <a:ext cx="1586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down projection tile</a:t>
            </a:r>
          </a:p>
        </p:txBody>
      </p:sp>
      <p:sp>
        <p:nvSpPr>
          <p:cNvPr id="350" name="Arrow: Right 349">
            <a:extLst>
              <a:ext uri="{FF2B5EF4-FFF2-40B4-BE49-F238E27FC236}">
                <a16:creationId xmlns:a16="http://schemas.microsoft.com/office/drawing/2014/main" id="{C7DDFF71-E837-4503-1E3B-5774700622D9}"/>
              </a:ext>
            </a:extLst>
          </p:cNvPr>
          <p:cNvSpPr/>
          <p:nvPr/>
        </p:nvSpPr>
        <p:spPr>
          <a:xfrm rot="10800000">
            <a:off x="6703569" y="331543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C4E75-3A4B-319C-E877-D9FD81E46D29}"/>
              </a:ext>
            </a:extLst>
          </p:cNvPr>
          <p:cNvSpPr txBox="1"/>
          <p:nvPr/>
        </p:nvSpPr>
        <p:spPr>
          <a:xfrm>
            <a:off x="5231795" y="3221823"/>
            <a:ext cx="130481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FD6349-D98D-0F57-84EF-CB9924986121}"/>
              </a:ext>
            </a:extLst>
          </p:cNvPr>
          <p:cNvSpPr txBox="1"/>
          <p:nvPr/>
        </p:nvSpPr>
        <p:spPr>
          <a:xfrm>
            <a:off x="4103734" y="2632105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accumulator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852278-FFB5-F22F-DDEB-DDDD03CAEE41}"/>
              </a:ext>
            </a:extLst>
          </p:cNvPr>
          <p:cNvSpPr txBox="1"/>
          <p:nvPr/>
        </p:nvSpPr>
        <p:spPr>
          <a:xfrm>
            <a:off x="6370633" y="1027199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up_proj_out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1A103-B79C-619F-F3AF-9B231E43AB8F}"/>
              </a:ext>
            </a:extLst>
          </p:cNvPr>
          <p:cNvSpPr txBox="1"/>
          <p:nvPr/>
        </p:nvSpPr>
        <p:spPr>
          <a:xfrm>
            <a:off x="7090094" y="2678330"/>
            <a:ext cx="165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down_proj_out</a:t>
            </a:r>
          </a:p>
        </p:txBody>
      </p:sp>
    </p:spTree>
    <p:extLst>
      <p:ext uri="{BB962C8B-B14F-4D97-AF65-F5344CB8AC3E}">
        <p14:creationId xmlns:p14="http://schemas.microsoft.com/office/powerpoint/2010/main" val="83330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9BF2-CE4C-3ECF-1E20-4E5C4B20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5">
            <a:extLst>
              <a:ext uri="{FF2B5EF4-FFF2-40B4-BE49-F238E27FC236}">
                <a16:creationId xmlns:a16="http://schemas.microsoft.com/office/drawing/2014/main" id="{2A9E8BAD-E617-8706-44ED-CC916C957C73}"/>
              </a:ext>
            </a:extLst>
          </p:cNvPr>
          <p:cNvSpPr txBox="1"/>
          <p:nvPr/>
        </p:nvSpPr>
        <p:spPr>
          <a:xfrm>
            <a:off x="2640653" y="3206715"/>
            <a:ext cx="175701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x0a0c0+x0a0d0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1B65D2E9-1969-BFAB-B2B5-19BF85325318}"/>
              </a:ext>
            </a:extLst>
          </p:cNvPr>
          <p:cNvSpPr txBox="1"/>
          <p:nvPr/>
        </p:nvSpPr>
        <p:spPr>
          <a:xfrm>
            <a:off x="6575450" y="1478841"/>
            <a:ext cx="70370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B6E153-C6CD-3EC8-92A3-2FACB6D1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187"/>
            <a:ext cx="10515600" cy="68093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Fourth 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8BBE5-DE6F-3C08-CD72-3534F5F00878}"/>
              </a:ext>
            </a:extLst>
          </p:cNvPr>
          <p:cNvSpPr txBox="1"/>
          <p:nvPr/>
        </p:nvSpPr>
        <p:spPr>
          <a:xfrm>
            <a:off x="94840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F1252-546C-C01A-8132-D6B62D64C851}"/>
              </a:ext>
            </a:extLst>
          </p:cNvPr>
          <p:cNvSpPr txBox="1"/>
          <p:nvPr/>
        </p:nvSpPr>
        <p:spPr>
          <a:xfrm>
            <a:off x="544744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688D53D-AAFE-4A76-BCC2-8C4BA1E477FB}"/>
              </a:ext>
            </a:extLst>
          </p:cNvPr>
          <p:cNvSpPr/>
          <p:nvPr/>
        </p:nvSpPr>
        <p:spPr>
          <a:xfrm rot="5400000">
            <a:off x="245348" y="1647478"/>
            <a:ext cx="151315" cy="350196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72ACB9-11DE-65CB-94FD-41CC92136069}"/>
              </a:ext>
            </a:extLst>
          </p:cNvPr>
          <p:cNvSpPr txBox="1"/>
          <p:nvPr/>
        </p:nvSpPr>
        <p:spPr>
          <a:xfrm>
            <a:off x="64646" y="1898233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input vector tile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56DF47B-B3CE-A45E-A584-C4D529838E08}"/>
              </a:ext>
            </a:extLst>
          </p:cNvPr>
          <p:cNvSpPr txBox="1"/>
          <p:nvPr/>
        </p:nvSpPr>
        <p:spPr>
          <a:xfrm>
            <a:off x="2445691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B7743F8-D4D0-9A2F-8DE9-8E71E0D6E38D}"/>
              </a:ext>
            </a:extLst>
          </p:cNvPr>
          <p:cNvSpPr txBox="1"/>
          <p:nvPr/>
        </p:nvSpPr>
        <p:spPr>
          <a:xfrm>
            <a:off x="2895595" y="1313228"/>
            <a:ext cx="45152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910F790-F02B-1775-A1EA-C354AAE82CCB}"/>
              </a:ext>
            </a:extLst>
          </p:cNvPr>
          <p:cNvSpPr txBox="1"/>
          <p:nvPr/>
        </p:nvSpPr>
        <p:spPr>
          <a:xfrm>
            <a:off x="3344692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3087C39-D56C-03C1-36C7-0ACE272719F5}"/>
              </a:ext>
            </a:extLst>
          </p:cNvPr>
          <p:cNvSpPr txBox="1"/>
          <p:nvPr/>
        </p:nvSpPr>
        <p:spPr>
          <a:xfrm>
            <a:off x="3792168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a3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71EC7E3-D927-3CA1-AD14-921D01463F6B}"/>
              </a:ext>
            </a:extLst>
          </p:cNvPr>
          <p:cNvSpPr txBox="1"/>
          <p:nvPr/>
        </p:nvSpPr>
        <p:spPr>
          <a:xfrm>
            <a:off x="2445691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b0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3DF7AAB-7D9C-C677-ED94-28323D2A923D}"/>
              </a:ext>
            </a:extLst>
          </p:cNvPr>
          <p:cNvSpPr txBox="1"/>
          <p:nvPr/>
        </p:nvSpPr>
        <p:spPr>
          <a:xfrm>
            <a:off x="2895595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030AA-B3DF-5CF2-2286-BCBEBAA275DA}"/>
              </a:ext>
            </a:extLst>
          </p:cNvPr>
          <p:cNvSpPr txBox="1"/>
          <p:nvPr/>
        </p:nvSpPr>
        <p:spPr>
          <a:xfrm>
            <a:off x="3344692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E7936BE-EED6-8823-60EA-487B7052165A}"/>
              </a:ext>
            </a:extLst>
          </p:cNvPr>
          <p:cNvSpPr txBox="1"/>
          <p:nvPr/>
        </p:nvSpPr>
        <p:spPr>
          <a:xfrm>
            <a:off x="3792168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b3</a:t>
            </a:r>
          </a:p>
        </p:txBody>
      </p:sp>
      <p:sp>
        <p:nvSpPr>
          <p:cNvPr id="208" name="Right Brace 207">
            <a:extLst>
              <a:ext uri="{FF2B5EF4-FFF2-40B4-BE49-F238E27FC236}">
                <a16:creationId xmlns:a16="http://schemas.microsoft.com/office/drawing/2014/main" id="{D11B44EA-7CDC-6756-48CD-6773008D605D}"/>
              </a:ext>
            </a:extLst>
          </p:cNvPr>
          <p:cNvSpPr/>
          <p:nvPr/>
        </p:nvSpPr>
        <p:spPr>
          <a:xfrm rot="16200000">
            <a:off x="2638819" y="995254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90203D57-BA57-3DB2-4568-F9A3005ED694}"/>
              </a:ext>
            </a:extLst>
          </p:cNvPr>
          <p:cNvSpPr txBox="1"/>
          <p:nvPr/>
        </p:nvSpPr>
        <p:spPr>
          <a:xfrm>
            <a:off x="2347403" y="930609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up projection tile</a:t>
            </a:r>
          </a:p>
        </p:txBody>
      </p:sp>
      <p:sp>
        <p:nvSpPr>
          <p:cNvPr id="211" name="Arrow: Right 210">
            <a:extLst>
              <a:ext uri="{FF2B5EF4-FFF2-40B4-BE49-F238E27FC236}">
                <a16:creationId xmlns:a16="http://schemas.microsoft.com/office/drawing/2014/main" id="{CDA895DB-562E-EE2E-FA45-7B08AD728640}"/>
              </a:ext>
            </a:extLst>
          </p:cNvPr>
          <p:cNvSpPr/>
          <p:nvPr/>
        </p:nvSpPr>
        <p:spPr>
          <a:xfrm>
            <a:off x="2120624" y="144925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3" name="Arrow: Right 212">
            <a:extLst>
              <a:ext uri="{FF2B5EF4-FFF2-40B4-BE49-F238E27FC236}">
                <a16:creationId xmlns:a16="http://schemas.microsoft.com/office/drawing/2014/main" id="{F03B846A-F1B7-3796-5A5B-6F0685EE3720}"/>
              </a:ext>
            </a:extLst>
          </p:cNvPr>
          <p:cNvSpPr/>
          <p:nvPr/>
        </p:nvSpPr>
        <p:spPr>
          <a:xfrm>
            <a:off x="6299472" y="1562252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5A6DDE3-B970-0735-E6EE-74EDCF12933F}"/>
              </a:ext>
            </a:extLst>
          </p:cNvPr>
          <p:cNvSpPr txBox="1"/>
          <p:nvPr/>
        </p:nvSpPr>
        <p:spPr>
          <a:xfrm>
            <a:off x="6565702" y="1471124"/>
            <a:ext cx="70370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A73D418-BAC1-8C16-D7FD-EDE97BE2C59E}"/>
              </a:ext>
            </a:extLst>
          </p:cNvPr>
          <p:cNvSpPr txBox="1"/>
          <p:nvPr/>
        </p:nvSpPr>
        <p:spPr>
          <a:xfrm>
            <a:off x="7195468" y="3206715"/>
            <a:ext cx="131402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x0a1d1</a:t>
            </a:r>
          </a:p>
        </p:txBody>
      </p:sp>
      <p:sp>
        <p:nvSpPr>
          <p:cNvPr id="223" name="Arrow: Right 222">
            <a:extLst>
              <a:ext uri="{FF2B5EF4-FFF2-40B4-BE49-F238E27FC236}">
                <a16:creationId xmlns:a16="http://schemas.microsoft.com/office/drawing/2014/main" id="{6CEFB991-B038-571C-A730-0AEF7A8C6353}"/>
              </a:ext>
            </a:extLst>
          </p:cNvPr>
          <p:cNvSpPr/>
          <p:nvPr/>
        </p:nvSpPr>
        <p:spPr>
          <a:xfrm>
            <a:off x="7389552" y="157912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F403BC11-09DE-7EC1-543E-D0DDBF288169}"/>
              </a:ext>
            </a:extLst>
          </p:cNvPr>
          <p:cNvSpPr txBox="1"/>
          <p:nvPr/>
        </p:nvSpPr>
        <p:spPr>
          <a:xfrm>
            <a:off x="7685435" y="1449254"/>
            <a:ext cx="824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ReLU</a:t>
            </a:r>
          </a:p>
        </p:txBody>
      </p:sp>
      <p:sp>
        <p:nvSpPr>
          <p:cNvPr id="227" name="Arrow: Right 226">
            <a:extLst>
              <a:ext uri="{FF2B5EF4-FFF2-40B4-BE49-F238E27FC236}">
                <a16:creationId xmlns:a16="http://schemas.microsoft.com/office/drawing/2014/main" id="{E56BFE51-E239-899C-6B97-9172BCEEB7A8}"/>
              </a:ext>
            </a:extLst>
          </p:cNvPr>
          <p:cNvSpPr/>
          <p:nvPr/>
        </p:nvSpPr>
        <p:spPr>
          <a:xfrm>
            <a:off x="8637851" y="1530486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4" name="Arrow: Right 293">
            <a:extLst>
              <a:ext uri="{FF2B5EF4-FFF2-40B4-BE49-F238E27FC236}">
                <a16:creationId xmlns:a16="http://schemas.microsoft.com/office/drawing/2014/main" id="{E4FEFA24-CA99-7EB2-D5FF-906E74FEBAEE}"/>
              </a:ext>
            </a:extLst>
          </p:cNvPr>
          <p:cNvSpPr/>
          <p:nvPr/>
        </p:nvSpPr>
        <p:spPr>
          <a:xfrm rot="10800000">
            <a:off x="8672231" y="3308107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1F4F9228-E864-3268-BCD0-16E23587B34F}"/>
              </a:ext>
            </a:extLst>
          </p:cNvPr>
          <p:cNvSpPr txBox="1"/>
          <p:nvPr/>
        </p:nvSpPr>
        <p:spPr>
          <a:xfrm>
            <a:off x="8999671" y="125806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c0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3A769AF3-177C-3A2F-07D5-0738E4DDBF95}"/>
              </a:ext>
            </a:extLst>
          </p:cNvPr>
          <p:cNvSpPr txBox="1"/>
          <p:nvPr/>
        </p:nvSpPr>
        <p:spPr>
          <a:xfrm>
            <a:off x="9459118" y="1254860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680882E0-F677-9861-01B7-B75FEF6A6D38}"/>
              </a:ext>
            </a:extLst>
          </p:cNvPr>
          <p:cNvSpPr txBox="1"/>
          <p:nvPr/>
        </p:nvSpPr>
        <p:spPr>
          <a:xfrm>
            <a:off x="8999742" y="161798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82AEBE52-993F-0C93-0FD9-E22EA6321EB5}"/>
              </a:ext>
            </a:extLst>
          </p:cNvPr>
          <p:cNvSpPr txBox="1"/>
          <p:nvPr/>
        </p:nvSpPr>
        <p:spPr>
          <a:xfrm>
            <a:off x="9459189" y="1614785"/>
            <a:ext cx="452374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d1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5C790671-5270-9310-3BDE-16D5172A27BC}"/>
              </a:ext>
            </a:extLst>
          </p:cNvPr>
          <p:cNvSpPr txBox="1"/>
          <p:nvPr/>
        </p:nvSpPr>
        <p:spPr>
          <a:xfrm>
            <a:off x="8999600" y="198731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e0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78D0B6AC-5619-77B5-EB69-C8684BEB0390}"/>
              </a:ext>
            </a:extLst>
          </p:cNvPr>
          <p:cNvSpPr txBox="1"/>
          <p:nvPr/>
        </p:nvSpPr>
        <p:spPr>
          <a:xfrm>
            <a:off x="9459047" y="1984117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e1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20C756A3-5FDF-4016-0EB5-DEB8D01C8222}"/>
              </a:ext>
            </a:extLst>
          </p:cNvPr>
          <p:cNvSpPr txBox="1"/>
          <p:nvPr/>
        </p:nvSpPr>
        <p:spPr>
          <a:xfrm>
            <a:off x="8999671" y="234724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FA618B68-EB29-6F8C-ACEB-1E6ED339F846}"/>
              </a:ext>
            </a:extLst>
          </p:cNvPr>
          <p:cNvSpPr txBox="1"/>
          <p:nvPr/>
        </p:nvSpPr>
        <p:spPr>
          <a:xfrm>
            <a:off x="9459118" y="2344042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f1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B2DD83A5-BDC6-67BA-D50A-95D2AE803267}"/>
              </a:ext>
            </a:extLst>
          </p:cNvPr>
          <p:cNvSpPr txBox="1"/>
          <p:nvPr/>
        </p:nvSpPr>
        <p:spPr>
          <a:xfrm>
            <a:off x="4318272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a4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D8CD6CF9-A598-577A-369D-C94C66EDA9A5}"/>
              </a:ext>
            </a:extLst>
          </p:cNvPr>
          <p:cNvSpPr txBox="1"/>
          <p:nvPr/>
        </p:nvSpPr>
        <p:spPr>
          <a:xfrm>
            <a:off x="4768176" y="1313228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a5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E8921B70-D017-D4C8-8A4C-1031C5D7318B}"/>
              </a:ext>
            </a:extLst>
          </p:cNvPr>
          <p:cNvSpPr txBox="1"/>
          <p:nvPr/>
        </p:nvSpPr>
        <p:spPr>
          <a:xfrm>
            <a:off x="5217273" y="1313228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a6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044E562C-D53F-1738-E981-9FEB8D3BFD92}"/>
              </a:ext>
            </a:extLst>
          </p:cNvPr>
          <p:cNvSpPr txBox="1"/>
          <p:nvPr/>
        </p:nvSpPr>
        <p:spPr>
          <a:xfrm>
            <a:off x="5664749" y="1313228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a7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CC15CBD4-3794-2790-7AA5-AD66DDC845F9}"/>
              </a:ext>
            </a:extLst>
          </p:cNvPr>
          <p:cNvSpPr txBox="1"/>
          <p:nvPr/>
        </p:nvSpPr>
        <p:spPr>
          <a:xfrm>
            <a:off x="4318272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b4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5B1AA96C-2BA4-7AA5-2FF6-500A393DB17A}"/>
              </a:ext>
            </a:extLst>
          </p:cNvPr>
          <p:cNvSpPr txBox="1"/>
          <p:nvPr/>
        </p:nvSpPr>
        <p:spPr>
          <a:xfrm>
            <a:off x="4768176" y="1694111"/>
            <a:ext cx="4515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b5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471CC0C-2F21-26E1-4B3C-B63CFAC35ECB}"/>
              </a:ext>
            </a:extLst>
          </p:cNvPr>
          <p:cNvSpPr txBox="1"/>
          <p:nvPr/>
        </p:nvSpPr>
        <p:spPr>
          <a:xfrm>
            <a:off x="5217273" y="1694111"/>
            <a:ext cx="451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b6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1A40B09-199C-0C4B-0C8D-75345B68446F}"/>
              </a:ext>
            </a:extLst>
          </p:cNvPr>
          <p:cNvSpPr txBox="1"/>
          <p:nvPr/>
        </p:nvSpPr>
        <p:spPr>
          <a:xfrm>
            <a:off x="5664749" y="1694111"/>
            <a:ext cx="5261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b7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0AA49C9-5E18-62A9-A9E4-37CB09CFA2F6}"/>
              </a:ext>
            </a:extLst>
          </p:cNvPr>
          <p:cNvSpPr txBox="1"/>
          <p:nvPr/>
        </p:nvSpPr>
        <p:spPr>
          <a:xfrm>
            <a:off x="8999600" y="271657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g0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E96B55B-F0BA-A545-7A38-B9AD4C3E3021}"/>
              </a:ext>
            </a:extLst>
          </p:cNvPr>
          <p:cNvSpPr txBox="1"/>
          <p:nvPr/>
        </p:nvSpPr>
        <p:spPr>
          <a:xfrm>
            <a:off x="9459047" y="2713374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g1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103D1E02-D94A-E1D2-B50E-9017F0881BE1}"/>
              </a:ext>
            </a:extLst>
          </p:cNvPr>
          <p:cNvSpPr txBox="1"/>
          <p:nvPr/>
        </p:nvSpPr>
        <p:spPr>
          <a:xfrm>
            <a:off x="8999671" y="307650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h0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80944373-89A8-9AF9-3E1A-B2C91F5D4296}"/>
              </a:ext>
            </a:extLst>
          </p:cNvPr>
          <p:cNvSpPr txBox="1"/>
          <p:nvPr/>
        </p:nvSpPr>
        <p:spPr>
          <a:xfrm>
            <a:off x="9459118" y="3073299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37BFB1A-C8F2-DFCA-4270-5A9908BA80D5}"/>
              </a:ext>
            </a:extLst>
          </p:cNvPr>
          <p:cNvSpPr txBox="1"/>
          <p:nvPr/>
        </p:nvSpPr>
        <p:spPr>
          <a:xfrm>
            <a:off x="8999529" y="3445833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949FF0FA-FBE4-696F-3912-813BF3C6FE2F}"/>
              </a:ext>
            </a:extLst>
          </p:cNvPr>
          <p:cNvSpPr txBox="1"/>
          <p:nvPr/>
        </p:nvSpPr>
        <p:spPr>
          <a:xfrm>
            <a:off x="9458976" y="3442631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i1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0C46250F-1248-6A65-0FA5-B8AAAE4864B0}"/>
              </a:ext>
            </a:extLst>
          </p:cNvPr>
          <p:cNvSpPr txBox="1"/>
          <p:nvPr/>
        </p:nvSpPr>
        <p:spPr>
          <a:xfrm>
            <a:off x="8999600" y="3805758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j0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BF846B6B-FE17-5751-A688-FACDA8F9D33E}"/>
              </a:ext>
            </a:extLst>
          </p:cNvPr>
          <p:cNvSpPr txBox="1"/>
          <p:nvPr/>
        </p:nvSpPr>
        <p:spPr>
          <a:xfrm>
            <a:off x="9459047" y="3802556"/>
            <a:ext cx="4523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j1</a:t>
            </a:r>
          </a:p>
        </p:txBody>
      </p:sp>
      <p:sp>
        <p:nvSpPr>
          <p:cNvPr id="344" name="Right Brace 343">
            <a:extLst>
              <a:ext uri="{FF2B5EF4-FFF2-40B4-BE49-F238E27FC236}">
                <a16:creationId xmlns:a16="http://schemas.microsoft.com/office/drawing/2014/main" id="{85FD18B5-F1D2-06BE-A5AF-B0EA7A8678AB}"/>
              </a:ext>
            </a:extLst>
          </p:cNvPr>
          <p:cNvSpPr/>
          <p:nvPr/>
        </p:nvSpPr>
        <p:spPr>
          <a:xfrm rot="16200000">
            <a:off x="9210549" y="970511"/>
            <a:ext cx="63652" cy="449905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C509DEAB-4C00-BCC8-14FF-9FD52903A9F0}"/>
              </a:ext>
            </a:extLst>
          </p:cNvPr>
          <p:cNvSpPr txBox="1"/>
          <p:nvPr/>
        </p:nvSpPr>
        <p:spPr>
          <a:xfrm>
            <a:off x="8861583" y="885528"/>
            <a:ext cx="1586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1x1 down projection tile</a:t>
            </a:r>
          </a:p>
        </p:txBody>
      </p:sp>
      <p:sp>
        <p:nvSpPr>
          <p:cNvPr id="350" name="Arrow: Right 349">
            <a:extLst>
              <a:ext uri="{FF2B5EF4-FFF2-40B4-BE49-F238E27FC236}">
                <a16:creationId xmlns:a16="http://schemas.microsoft.com/office/drawing/2014/main" id="{3902514F-611A-F606-17CC-28AF1CA2BC81}"/>
              </a:ext>
            </a:extLst>
          </p:cNvPr>
          <p:cNvSpPr/>
          <p:nvPr/>
        </p:nvSpPr>
        <p:spPr>
          <a:xfrm rot="10800000">
            <a:off x="6703569" y="3315434"/>
            <a:ext cx="223732" cy="18466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F2C2C-D6A4-C3AE-D889-5609E40C8474}"/>
              </a:ext>
            </a:extLst>
          </p:cNvPr>
          <p:cNvSpPr txBox="1"/>
          <p:nvPr/>
        </p:nvSpPr>
        <p:spPr>
          <a:xfrm>
            <a:off x="4404596" y="3212095"/>
            <a:ext cx="2132009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x0a0c1+ x0a1d1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CF13F-E420-234E-A762-4B2A3DD623ED}"/>
              </a:ext>
            </a:extLst>
          </p:cNvPr>
          <p:cNvSpPr txBox="1"/>
          <p:nvPr/>
        </p:nvSpPr>
        <p:spPr>
          <a:xfrm>
            <a:off x="4103734" y="2632105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accumulator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34A8C-B726-7FD0-8245-8A39551CB161}"/>
              </a:ext>
            </a:extLst>
          </p:cNvPr>
          <p:cNvSpPr txBox="1"/>
          <p:nvPr/>
        </p:nvSpPr>
        <p:spPr>
          <a:xfrm>
            <a:off x="6270838" y="963316"/>
            <a:ext cx="149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up_proj_out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C0D7E-BC3F-89C0-F624-257B4A59B9BE}"/>
              </a:ext>
            </a:extLst>
          </p:cNvPr>
          <p:cNvSpPr txBox="1"/>
          <p:nvPr/>
        </p:nvSpPr>
        <p:spPr>
          <a:xfrm>
            <a:off x="7012608" y="2687737"/>
            <a:ext cx="165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down_proj_out</a:t>
            </a:r>
          </a:p>
        </p:txBody>
      </p:sp>
    </p:spTree>
    <p:extLst>
      <p:ext uri="{BB962C8B-B14F-4D97-AF65-F5344CB8AC3E}">
        <p14:creationId xmlns:p14="http://schemas.microsoft.com/office/powerpoint/2010/main" val="194534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210">
            <a:extLst>
              <a:ext uri="{FF2B5EF4-FFF2-40B4-BE49-F238E27FC236}">
                <a16:creationId xmlns:a16="http://schemas.microsoft.com/office/drawing/2014/main" id="{76DC7EB5-C0BA-E6F8-0764-A0B840DE2BC8}"/>
              </a:ext>
            </a:extLst>
          </p:cNvPr>
          <p:cNvSpPr/>
          <p:nvPr/>
        </p:nvSpPr>
        <p:spPr>
          <a:xfrm>
            <a:off x="9486304" y="2444802"/>
            <a:ext cx="1542209" cy="2673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3116EED-75B6-56B8-EB72-281423DFDF28}"/>
              </a:ext>
            </a:extLst>
          </p:cNvPr>
          <p:cNvSpPr/>
          <p:nvPr/>
        </p:nvSpPr>
        <p:spPr>
          <a:xfrm>
            <a:off x="7138558" y="2416576"/>
            <a:ext cx="1251098" cy="2701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85508FEC-6CE9-854D-7EE0-503B4E225C6B}"/>
              </a:ext>
            </a:extLst>
          </p:cNvPr>
          <p:cNvSpPr/>
          <p:nvPr/>
        </p:nvSpPr>
        <p:spPr>
          <a:xfrm>
            <a:off x="5389394" y="2395878"/>
            <a:ext cx="962982" cy="2701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4B8A10-AAEB-A3DC-7373-DEC0C8F3877B}"/>
              </a:ext>
            </a:extLst>
          </p:cNvPr>
          <p:cNvSpPr/>
          <p:nvPr/>
        </p:nvSpPr>
        <p:spPr>
          <a:xfrm>
            <a:off x="3389119" y="2395879"/>
            <a:ext cx="1118677" cy="26810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0EE53AC-1900-3A38-C865-56FCC06D6390}"/>
              </a:ext>
            </a:extLst>
          </p:cNvPr>
          <p:cNvSpPr/>
          <p:nvPr/>
        </p:nvSpPr>
        <p:spPr>
          <a:xfrm>
            <a:off x="1189286" y="2416576"/>
            <a:ext cx="1273134" cy="26810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3E36D-B710-1F2B-6842-3A2DB87E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Block Diagram of Pipelined FFN Datapath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4FBDA-8C10-A924-BA18-814BE471D5C6}"/>
              </a:ext>
            </a:extLst>
          </p:cNvPr>
          <p:cNvSpPr/>
          <p:nvPr/>
        </p:nvSpPr>
        <p:spPr>
          <a:xfrm>
            <a:off x="1484765" y="3195865"/>
            <a:ext cx="678258" cy="298765"/>
          </a:xfrm>
          <a:prstGeom prst="rect">
            <a:avLst/>
          </a:prstGeom>
          <a:solidFill>
            <a:srgbClr val="FECE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AA712A-D316-0D55-A01E-F74B52BE5146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1823894" y="3195865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45952-DBA9-C3AB-EFA0-A9A33D6F8D3D}"/>
              </a:ext>
            </a:extLst>
          </p:cNvPr>
          <p:cNvCxnSpPr>
            <a:cxnSpLocks/>
          </p:cNvCxnSpPr>
          <p:nvPr/>
        </p:nvCxnSpPr>
        <p:spPr>
          <a:xfrm>
            <a:off x="1987987" y="3195865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0518CB-4D76-1835-3E26-94FC747FE8FD}"/>
              </a:ext>
            </a:extLst>
          </p:cNvPr>
          <p:cNvCxnSpPr>
            <a:cxnSpLocks/>
          </p:cNvCxnSpPr>
          <p:nvPr/>
        </p:nvCxnSpPr>
        <p:spPr>
          <a:xfrm>
            <a:off x="1628112" y="3195865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E0B3720-58B7-B82D-DF9F-AFBEE182CE57}"/>
              </a:ext>
            </a:extLst>
          </p:cNvPr>
          <p:cNvSpPr/>
          <p:nvPr/>
        </p:nvSpPr>
        <p:spPr>
          <a:xfrm rot="5400000">
            <a:off x="1751464" y="3227931"/>
            <a:ext cx="144857" cy="678258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59264-E411-EC88-21CA-74485360125E}"/>
              </a:ext>
            </a:extLst>
          </p:cNvPr>
          <p:cNvSpPr txBox="1"/>
          <p:nvPr/>
        </p:nvSpPr>
        <p:spPr>
          <a:xfrm>
            <a:off x="1178524" y="3605194"/>
            <a:ext cx="1358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1xm input vector tile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AE9F4E-81D4-7472-D6CC-E14187C1DC99}"/>
              </a:ext>
            </a:extLst>
          </p:cNvPr>
          <p:cNvSpPr/>
          <p:nvPr/>
        </p:nvSpPr>
        <p:spPr>
          <a:xfrm>
            <a:off x="3558016" y="2996698"/>
            <a:ext cx="787648" cy="733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C0B15E-567A-963F-1B77-EBA1E0DECA24}"/>
              </a:ext>
            </a:extLst>
          </p:cNvPr>
          <p:cNvCxnSpPr>
            <a:cxnSpLocks/>
          </p:cNvCxnSpPr>
          <p:nvPr/>
        </p:nvCxnSpPr>
        <p:spPr>
          <a:xfrm>
            <a:off x="3558015" y="3177768"/>
            <a:ext cx="7876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D4E8E2-6487-7FBC-7640-7C17C1A5118A}"/>
              </a:ext>
            </a:extLst>
          </p:cNvPr>
          <p:cNvCxnSpPr>
            <a:cxnSpLocks/>
          </p:cNvCxnSpPr>
          <p:nvPr/>
        </p:nvCxnSpPr>
        <p:spPr>
          <a:xfrm flipV="1">
            <a:off x="3558015" y="3363364"/>
            <a:ext cx="787651" cy="1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F9E8D7-1C49-ECC5-BAAA-3143970BB97D}"/>
              </a:ext>
            </a:extLst>
          </p:cNvPr>
          <p:cNvCxnSpPr>
            <a:cxnSpLocks/>
          </p:cNvCxnSpPr>
          <p:nvPr/>
        </p:nvCxnSpPr>
        <p:spPr>
          <a:xfrm>
            <a:off x="3558015" y="3561032"/>
            <a:ext cx="7876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841DE3-9AF5-B4C8-D33D-CF59C697116B}"/>
              </a:ext>
            </a:extLst>
          </p:cNvPr>
          <p:cNvCxnSpPr>
            <a:cxnSpLocks/>
          </p:cNvCxnSpPr>
          <p:nvPr/>
        </p:nvCxnSpPr>
        <p:spPr>
          <a:xfrm>
            <a:off x="3743611" y="2996698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ADC165-8C47-575E-5D6C-FC5AE9AB0863}"/>
              </a:ext>
            </a:extLst>
          </p:cNvPr>
          <p:cNvCxnSpPr>
            <a:cxnSpLocks/>
          </p:cNvCxnSpPr>
          <p:nvPr/>
        </p:nvCxnSpPr>
        <p:spPr>
          <a:xfrm>
            <a:off x="3950329" y="2998206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34DD90-9941-493E-C219-115D7868B77C}"/>
              </a:ext>
            </a:extLst>
          </p:cNvPr>
          <p:cNvCxnSpPr>
            <a:cxnSpLocks/>
          </p:cNvCxnSpPr>
          <p:nvPr/>
        </p:nvCxnSpPr>
        <p:spPr>
          <a:xfrm>
            <a:off x="4149508" y="3001225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ight Brace 28">
            <a:extLst>
              <a:ext uri="{FF2B5EF4-FFF2-40B4-BE49-F238E27FC236}">
                <a16:creationId xmlns:a16="http://schemas.microsoft.com/office/drawing/2014/main" id="{BD5A4D18-C0BE-F62E-E49F-37F8AE70BE87}"/>
              </a:ext>
            </a:extLst>
          </p:cNvPr>
          <p:cNvSpPr/>
          <p:nvPr/>
        </p:nvSpPr>
        <p:spPr>
          <a:xfrm rot="16200000">
            <a:off x="3863943" y="2463257"/>
            <a:ext cx="172771" cy="787647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4E9530-3661-71ED-4926-A578396F24B1}"/>
              </a:ext>
            </a:extLst>
          </p:cNvPr>
          <p:cNvSpPr txBox="1"/>
          <p:nvPr/>
        </p:nvSpPr>
        <p:spPr>
          <a:xfrm>
            <a:off x="3538335" y="2407693"/>
            <a:ext cx="1064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mxm up projection PE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224BC20C-AB1E-AFAC-CD2E-9C12ACC308B9}"/>
              </a:ext>
            </a:extLst>
          </p:cNvPr>
          <p:cNvSpPr/>
          <p:nvPr/>
        </p:nvSpPr>
        <p:spPr>
          <a:xfrm rot="5400000" flipH="1">
            <a:off x="7652421" y="2454001"/>
            <a:ext cx="172772" cy="787652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FCD012-8369-711D-E888-F6D159D81EB3}"/>
              </a:ext>
            </a:extLst>
          </p:cNvPr>
          <p:cNvSpPr txBox="1"/>
          <p:nvPr/>
        </p:nvSpPr>
        <p:spPr>
          <a:xfrm>
            <a:off x="7238154" y="2407693"/>
            <a:ext cx="112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mxm down projection PE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507D72-0680-A481-171F-B9A3C577B066}"/>
              </a:ext>
            </a:extLst>
          </p:cNvPr>
          <p:cNvSpPr/>
          <p:nvPr/>
        </p:nvSpPr>
        <p:spPr>
          <a:xfrm>
            <a:off x="7349885" y="2996698"/>
            <a:ext cx="787648" cy="733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BCFC4A5-3BD0-7CE7-BA83-95E3A0771876}"/>
              </a:ext>
            </a:extLst>
          </p:cNvPr>
          <p:cNvCxnSpPr>
            <a:cxnSpLocks/>
          </p:cNvCxnSpPr>
          <p:nvPr/>
        </p:nvCxnSpPr>
        <p:spPr>
          <a:xfrm>
            <a:off x="7349884" y="3177768"/>
            <a:ext cx="7876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7E598AD-934B-C076-A870-62ACDAAB58B4}"/>
              </a:ext>
            </a:extLst>
          </p:cNvPr>
          <p:cNvCxnSpPr>
            <a:cxnSpLocks/>
          </p:cNvCxnSpPr>
          <p:nvPr/>
        </p:nvCxnSpPr>
        <p:spPr>
          <a:xfrm flipV="1">
            <a:off x="7349884" y="3363364"/>
            <a:ext cx="787651" cy="15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E317F20-7B12-1565-2771-835ECE0C3F65}"/>
              </a:ext>
            </a:extLst>
          </p:cNvPr>
          <p:cNvCxnSpPr>
            <a:cxnSpLocks/>
          </p:cNvCxnSpPr>
          <p:nvPr/>
        </p:nvCxnSpPr>
        <p:spPr>
          <a:xfrm>
            <a:off x="7349884" y="3561032"/>
            <a:ext cx="7876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FC5258-D65C-5EB7-6A5A-CAEC372713C8}"/>
              </a:ext>
            </a:extLst>
          </p:cNvPr>
          <p:cNvCxnSpPr>
            <a:cxnSpLocks/>
          </p:cNvCxnSpPr>
          <p:nvPr/>
        </p:nvCxnSpPr>
        <p:spPr>
          <a:xfrm>
            <a:off x="7535480" y="2996698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C40BB12-6474-7856-C269-3C7FA860BFD2}"/>
              </a:ext>
            </a:extLst>
          </p:cNvPr>
          <p:cNvCxnSpPr>
            <a:cxnSpLocks/>
          </p:cNvCxnSpPr>
          <p:nvPr/>
        </p:nvCxnSpPr>
        <p:spPr>
          <a:xfrm>
            <a:off x="7742198" y="2998206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C6E1EA-0DB6-CE3A-148F-87D86C19D8CC}"/>
              </a:ext>
            </a:extLst>
          </p:cNvPr>
          <p:cNvCxnSpPr>
            <a:cxnSpLocks/>
          </p:cNvCxnSpPr>
          <p:nvPr/>
        </p:nvCxnSpPr>
        <p:spPr>
          <a:xfrm>
            <a:off x="7941377" y="3001225"/>
            <a:ext cx="0" cy="733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B1FE70E-77C6-45F4-91F1-6676016C3540}"/>
              </a:ext>
            </a:extLst>
          </p:cNvPr>
          <p:cNvSpPr/>
          <p:nvPr/>
        </p:nvSpPr>
        <p:spPr>
          <a:xfrm>
            <a:off x="5584281" y="3221384"/>
            <a:ext cx="697116" cy="26255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FCD1654-C14D-BD85-861F-923275B23231}"/>
              </a:ext>
            </a:extLst>
          </p:cNvPr>
          <p:cNvCxnSpPr>
            <a:cxnSpLocks/>
          </p:cNvCxnSpPr>
          <p:nvPr/>
        </p:nvCxnSpPr>
        <p:spPr>
          <a:xfrm>
            <a:off x="5742716" y="3221384"/>
            <a:ext cx="0" cy="262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ECB18C4-95FE-B051-458E-956830765793}"/>
              </a:ext>
            </a:extLst>
          </p:cNvPr>
          <p:cNvCxnSpPr>
            <a:cxnSpLocks/>
          </p:cNvCxnSpPr>
          <p:nvPr/>
        </p:nvCxnSpPr>
        <p:spPr>
          <a:xfrm>
            <a:off x="5931330" y="3221384"/>
            <a:ext cx="0" cy="262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5567AAB-5E2B-4AEB-FB25-4CDB3C69233A}"/>
              </a:ext>
            </a:extLst>
          </p:cNvPr>
          <p:cNvCxnSpPr>
            <a:cxnSpLocks/>
          </p:cNvCxnSpPr>
          <p:nvPr/>
        </p:nvCxnSpPr>
        <p:spPr>
          <a:xfrm>
            <a:off x="6121453" y="3221384"/>
            <a:ext cx="0" cy="262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Brace 66">
            <a:extLst>
              <a:ext uri="{FF2B5EF4-FFF2-40B4-BE49-F238E27FC236}">
                <a16:creationId xmlns:a16="http://schemas.microsoft.com/office/drawing/2014/main" id="{0CFEEF51-5CB4-602F-BBCE-61D50D43F8FD}"/>
              </a:ext>
            </a:extLst>
          </p:cNvPr>
          <p:cNvSpPr/>
          <p:nvPr/>
        </p:nvSpPr>
        <p:spPr>
          <a:xfrm rot="5400000" flipH="1">
            <a:off x="5809730" y="2724197"/>
            <a:ext cx="246219" cy="697117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A87D9C-AF19-037A-3A4A-1B7D4927033A}"/>
              </a:ext>
            </a:extLst>
          </p:cNvPr>
          <p:cNvSpPr txBox="1"/>
          <p:nvPr/>
        </p:nvSpPr>
        <p:spPr>
          <a:xfrm>
            <a:off x="5625020" y="2654387"/>
            <a:ext cx="656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ReLU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E5D9506-97B8-7B4A-9EAA-6DBDEF0017CC}"/>
              </a:ext>
            </a:extLst>
          </p:cNvPr>
          <p:cNvSpPr/>
          <p:nvPr/>
        </p:nvSpPr>
        <p:spPr>
          <a:xfrm>
            <a:off x="9563244" y="3221384"/>
            <a:ext cx="1358021" cy="29876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C5D3E00-E242-C496-939E-1AA9886FFCAD}"/>
              </a:ext>
            </a:extLst>
          </p:cNvPr>
          <p:cNvCxnSpPr>
            <a:stCxn id="70" idx="0"/>
            <a:endCxn id="70" idx="2"/>
          </p:cNvCxnSpPr>
          <p:nvPr/>
        </p:nvCxnSpPr>
        <p:spPr>
          <a:xfrm>
            <a:off x="10242255" y="3221384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0CB86D2-7C13-7135-AA28-27CB0ACA7BA9}"/>
              </a:ext>
            </a:extLst>
          </p:cNvPr>
          <p:cNvCxnSpPr/>
          <p:nvPr/>
        </p:nvCxnSpPr>
        <p:spPr>
          <a:xfrm>
            <a:off x="9878608" y="3221384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6E3DB01-4C06-08D2-D9AD-C37B1CC343E2}"/>
              </a:ext>
            </a:extLst>
          </p:cNvPr>
          <p:cNvCxnSpPr/>
          <p:nvPr/>
        </p:nvCxnSpPr>
        <p:spPr>
          <a:xfrm>
            <a:off x="10601376" y="3221384"/>
            <a:ext cx="0" cy="2987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ight Brace 77">
            <a:extLst>
              <a:ext uri="{FF2B5EF4-FFF2-40B4-BE49-F238E27FC236}">
                <a16:creationId xmlns:a16="http://schemas.microsoft.com/office/drawing/2014/main" id="{0AD19744-354F-2352-6CC1-AD3925074AE9}"/>
              </a:ext>
            </a:extLst>
          </p:cNvPr>
          <p:cNvSpPr/>
          <p:nvPr/>
        </p:nvSpPr>
        <p:spPr>
          <a:xfrm rot="5400000">
            <a:off x="10143412" y="2939983"/>
            <a:ext cx="197675" cy="1358012"/>
          </a:xfrm>
          <a:prstGeom prst="rightBrace">
            <a:avLst>
              <a:gd name="adj1" fmla="val 19606"/>
              <a:gd name="adj2" fmla="val 5744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8E6A60-51B7-D490-150B-2186B9D79525}"/>
              </a:ext>
            </a:extLst>
          </p:cNvPr>
          <p:cNvSpPr txBox="1"/>
          <p:nvPr/>
        </p:nvSpPr>
        <p:spPr>
          <a:xfrm>
            <a:off x="9558708" y="3717824"/>
            <a:ext cx="1177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1xd accumulator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8D20E4-B9C9-B2EA-A212-A3A7FFA6847B}"/>
              </a:ext>
            </a:extLst>
          </p:cNvPr>
          <p:cNvSpPr txBox="1"/>
          <p:nvPr/>
        </p:nvSpPr>
        <p:spPr>
          <a:xfrm rot="16200000">
            <a:off x="2358290" y="3389226"/>
            <a:ext cx="1110577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row_input_latch</a:t>
            </a:r>
            <a:endParaRPr lang="en-IN" sz="10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DDB009D-C75F-2BBF-14A7-CA415E579A37}"/>
              </a:ext>
            </a:extLst>
          </p:cNvPr>
          <p:cNvCxnSpPr>
            <a:cxnSpLocks/>
          </p:cNvCxnSpPr>
          <p:nvPr/>
        </p:nvCxnSpPr>
        <p:spPr>
          <a:xfrm>
            <a:off x="2181891" y="3313832"/>
            <a:ext cx="608577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843C45C-37C5-AD03-A6DE-9219AD714C17}"/>
              </a:ext>
            </a:extLst>
          </p:cNvPr>
          <p:cNvCxnSpPr>
            <a:cxnSpLocks/>
          </p:cNvCxnSpPr>
          <p:nvPr/>
        </p:nvCxnSpPr>
        <p:spPr>
          <a:xfrm>
            <a:off x="3081955" y="3313832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72D10C3-7BFD-C9FD-C452-6F9C6C7A2EDA}"/>
              </a:ext>
            </a:extLst>
          </p:cNvPr>
          <p:cNvSpPr txBox="1"/>
          <p:nvPr/>
        </p:nvSpPr>
        <p:spPr>
          <a:xfrm>
            <a:off x="3478536" y="4125555"/>
            <a:ext cx="943584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up_proj_reg</a:t>
            </a:r>
            <a:endParaRPr lang="en-IN" sz="10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9C8B961-84F8-2465-D733-1A03B46E5E41}"/>
              </a:ext>
            </a:extLst>
          </p:cNvPr>
          <p:cNvCxnSpPr>
            <a:cxnSpLocks/>
          </p:cNvCxnSpPr>
          <p:nvPr/>
        </p:nvCxnSpPr>
        <p:spPr>
          <a:xfrm flipV="1">
            <a:off x="3937257" y="3717617"/>
            <a:ext cx="0" cy="356443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B4F1C63-3B76-1225-9AE8-99A515E8DB7A}"/>
              </a:ext>
            </a:extLst>
          </p:cNvPr>
          <p:cNvCxnSpPr>
            <a:cxnSpLocks/>
          </p:cNvCxnSpPr>
          <p:nvPr/>
        </p:nvCxnSpPr>
        <p:spPr>
          <a:xfrm flipV="1">
            <a:off x="3929453" y="4392260"/>
            <a:ext cx="0" cy="356443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40B7A23-7F06-1263-80E6-CE3EA84FE0ED}"/>
              </a:ext>
            </a:extLst>
          </p:cNvPr>
          <p:cNvSpPr/>
          <p:nvPr/>
        </p:nvSpPr>
        <p:spPr>
          <a:xfrm>
            <a:off x="3457662" y="4796821"/>
            <a:ext cx="943582" cy="183824"/>
          </a:xfrm>
          <a:prstGeom prst="rect">
            <a:avLst/>
          </a:prstGeom>
          <a:solidFill>
            <a:srgbClr val="FECE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up_proj_data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48A7264-919A-17BB-9AC9-233645DF44D1}"/>
              </a:ext>
            </a:extLst>
          </p:cNvPr>
          <p:cNvCxnSpPr>
            <a:cxnSpLocks/>
          </p:cNvCxnSpPr>
          <p:nvPr/>
        </p:nvCxnSpPr>
        <p:spPr>
          <a:xfrm>
            <a:off x="4410551" y="3363364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C6EE210B-8A1F-2CD2-0DFF-294A35C07CBD}"/>
              </a:ext>
            </a:extLst>
          </p:cNvPr>
          <p:cNvSpPr txBox="1"/>
          <p:nvPr/>
        </p:nvSpPr>
        <p:spPr>
          <a:xfrm>
            <a:off x="7182013" y="4134608"/>
            <a:ext cx="1113587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down_proj_reg</a:t>
            </a:r>
            <a:endParaRPr lang="en-IN" sz="1000" dirty="0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5A90CC7-3987-DD99-11C0-9F964A027D5B}"/>
              </a:ext>
            </a:extLst>
          </p:cNvPr>
          <p:cNvCxnSpPr>
            <a:cxnSpLocks/>
          </p:cNvCxnSpPr>
          <p:nvPr/>
        </p:nvCxnSpPr>
        <p:spPr>
          <a:xfrm flipV="1">
            <a:off x="7729127" y="3737308"/>
            <a:ext cx="0" cy="356443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BE361D2-3153-B7C6-8BE7-23F0B9370BA7}"/>
              </a:ext>
            </a:extLst>
          </p:cNvPr>
          <p:cNvCxnSpPr>
            <a:cxnSpLocks/>
          </p:cNvCxnSpPr>
          <p:nvPr/>
        </p:nvCxnSpPr>
        <p:spPr>
          <a:xfrm flipV="1">
            <a:off x="7721323" y="4402898"/>
            <a:ext cx="0" cy="356443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1FA7FEB-5E23-CBEC-A8E0-B2AB3CAA80F3}"/>
              </a:ext>
            </a:extLst>
          </p:cNvPr>
          <p:cNvSpPr/>
          <p:nvPr/>
        </p:nvSpPr>
        <p:spPr>
          <a:xfrm>
            <a:off x="7207033" y="4787768"/>
            <a:ext cx="1113587" cy="183824"/>
          </a:xfrm>
          <a:prstGeom prst="rect">
            <a:avLst/>
          </a:prstGeom>
          <a:solidFill>
            <a:srgbClr val="FECE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down_proj_data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C68DAE34-03CC-BB9E-E9D0-68D312826A8F}"/>
              </a:ext>
            </a:extLst>
          </p:cNvPr>
          <p:cNvCxnSpPr>
            <a:cxnSpLocks/>
          </p:cNvCxnSpPr>
          <p:nvPr/>
        </p:nvCxnSpPr>
        <p:spPr>
          <a:xfrm>
            <a:off x="6856971" y="3313832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50C794E-471A-EE2D-6E75-201051B10DCE}"/>
              </a:ext>
            </a:extLst>
          </p:cNvPr>
          <p:cNvSpPr txBox="1"/>
          <p:nvPr/>
        </p:nvSpPr>
        <p:spPr>
          <a:xfrm rot="16200000">
            <a:off x="4533173" y="3360824"/>
            <a:ext cx="889444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up_proj_out</a:t>
            </a:r>
            <a:endParaRPr lang="en-IN" sz="1000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D78378B-3487-4A71-1C1A-0DDD45894776}"/>
              </a:ext>
            </a:extLst>
          </p:cNvPr>
          <p:cNvCxnSpPr>
            <a:cxnSpLocks/>
          </p:cNvCxnSpPr>
          <p:nvPr/>
        </p:nvCxnSpPr>
        <p:spPr>
          <a:xfrm>
            <a:off x="5132446" y="3363364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31EBADC5-49B9-B235-BDE5-BB101965467D}"/>
              </a:ext>
            </a:extLst>
          </p:cNvPr>
          <p:cNvSpPr txBox="1"/>
          <p:nvPr/>
        </p:nvSpPr>
        <p:spPr>
          <a:xfrm rot="16200000">
            <a:off x="6293198" y="3240252"/>
            <a:ext cx="828567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relu_out</a:t>
            </a:r>
            <a:endParaRPr lang="en-IN" sz="1000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E0C1814-1055-8221-8C8D-444043CAECBF}"/>
              </a:ext>
            </a:extLst>
          </p:cNvPr>
          <p:cNvCxnSpPr>
            <a:cxnSpLocks/>
          </p:cNvCxnSpPr>
          <p:nvPr/>
        </p:nvCxnSpPr>
        <p:spPr>
          <a:xfrm>
            <a:off x="6317609" y="3316859"/>
            <a:ext cx="21898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5EB0835-0AF0-B997-CB72-A1FD4FBE19BE}"/>
              </a:ext>
            </a:extLst>
          </p:cNvPr>
          <p:cNvCxnSpPr>
            <a:cxnSpLocks/>
          </p:cNvCxnSpPr>
          <p:nvPr/>
        </p:nvCxnSpPr>
        <p:spPr>
          <a:xfrm>
            <a:off x="8147365" y="3335367"/>
            <a:ext cx="638787" cy="17292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E52B7AF-36CA-8AE1-A762-AD8D2DA22CA0}"/>
              </a:ext>
            </a:extLst>
          </p:cNvPr>
          <p:cNvSpPr txBox="1"/>
          <p:nvPr/>
        </p:nvSpPr>
        <p:spPr>
          <a:xfrm rot="16200000">
            <a:off x="8352093" y="3445274"/>
            <a:ext cx="1114339" cy="246221"/>
          </a:xfrm>
          <a:prstGeom prst="rect">
            <a:avLst/>
          </a:prstGeom>
          <a:solidFill>
            <a:srgbClr val="99F3FD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err="1"/>
              <a:t>down_proj_out</a:t>
            </a:r>
            <a:endParaRPr lang="en-IN" sz="1000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1244AC3E-2061-FABC-F965-CEC377D9B83A}"/>
              </a:ext>
            </a:extLst>
          </p:cNvPr>
          <p:cNvCxnSpPr>
            <a:cxnSpLocks/>
          </p:cNvCxnSpPr>
          <p:nvPr/>
        </p:nvCxnSpPr>
        <p:spPr>
          <a:xfrm>
            <a:off x="9063814" y="3335367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B1216E38-A601-2E76-BD31-64FC5D00C781}"/>
              </a:ext>
            </a:extLst>
          </p:cNvPr>
          <p:cNvSpPr txBox="1"/>
          <p:nvPr/>
        </p:nvSpPr>
        <p:spPr>
          <a:xfrm>
            <a:off x="3081955" y="5125062"/>
            <a:ext cx="1817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Up projection stage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CD26F24-AA65-A510-167F-7F3774B70429}"/>
              </a:ext>
            </a:extLst>
          </p:cNvPr>
          <p:cNvSpPr txBox="1"/>
          <p:nvPr/>
        </p:nvSpPr>
        <p:spPr>
          <a:xfrm>
            <a:off x="6895237" y="5150045"/>
            <a:ext cx="2092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Down projection stage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130EE9C-FBAE-48A4-FCF3-565C9BB44BF8}"/>
              </a:ext>
            </a:extLst>
          </p:cNvPr>
          <p:cNvSpPr txBox="1"/>
          <p:nvPr/>
        </p:nvSpPr>
        <p:spPr>
          <a:xfrm>
            <a:off x="5289888" y="5128658"/>
            <a:ext cx="1137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ReLU stage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89CD0E3-D289-44CA-7207-062D54611B61}"/>
              </a:ext>
            </a:extLst>
          </p:cNvPr>
          <p:cNvSpPr txBox="1"/>
          <p:nvPr/>
        </p:nvSpPr>
        <p:spPr>
          <a:xfrm>
            <a:off x="9486304" y="5166514"/>
            <a:ext cx="1542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Write Back stage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7817D25-A152-02D6-2E0B-7FBB039A04D5}"/>
              </a:ext>
            </a:extLst>
          </p:cNvPr>
          <p:cNvSpPr txBox="1"/>
          <p:nvPr/>
        </p:nvSpPr>
        <p:spPr>
          <a:xfrm>
            <a:off x="1079297" y="5085094"/>
            <a:ext cx="18173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input fetching and address generation stage</a:t>
            </a:r>
          </a:p>
        </p:txBody>
      </p:sp>
    </p:spTree>
    <p:extLst>
      <p:ext uri="{BB962C8B-B14F-4D97-AF65-F5344CB8AC3E}">
        <p14:creationId xmlns:p14="http://schemas.microsoft.com/office/powerpoint/2010/main" val="147853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ACDA-A839-390E-C186-C772EE11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66106" cy="10290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Up and Down Projection PE and Column- wise adder tree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D45B983-BCB7-A20E-27E7-54590BBB8F5D}"/>
              </a:ext>
            </a:extLst>
          </p:cNvPr>
          <p:cNvSpPr/>
          <p:nvPr/>
        </p:nvSpPr>
        <p:spPr>
          <a:xfrm>
            <a:off x="774153" y="1685462"/>
            <a:ext cx="2356165" cy="2038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B89327A-8C6F-1833-AA22-41F9201C97DC}"/>
              </a:ext>
            </a:extLst>
          </p:cNvPr>
          <p:cNvSpPr/>
          <p:nvPr/>
        </p:nvSpPr>
        <p:spPr>
          <a:xfrm>
            <a:off x="946992" y="1781996"/>
            <a:ext cx="401931" cy="2897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D1BC02F-9A05-117A-7951-362DF10BB9F1}"/>
              </a:ext>
            </a:extLst>
          </p:cNvPr>
          <p:cNvSpPr txBox="1"/>
          <p:nvPr/>
        </p:nvSpPr>
        <p:spPr>
          <a:xfrm>
            <a:off x="962116" y="1840874"/>
            <a:ext cx="394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X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37F7A4-521A-B991-0F52-445AF793021A}"/>
              </a:ext>
            </a:extLst>
          </p:cNvPr>
          <p:cNvSpPr/>
          <p:nvPr/>
        </p:nvSpPr>
        <p:spPr>
          <a:xfrm>
            <a:off x="946992" y="2286171"/>
            <a:ext cx="401931" cy="2897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5A690FD-3E98-1CCE-ED11-6351BFFFA2BE}"/>
              </a:ext>
            </a:extLst>
          </p:cNvPr>
          <p:cNvSpPr txBox="1"/>
          <p:nvPr/>
        </p:nvSpPr>
        <p:spPr>
          <a:xfrm>
            <a:off x="962116" y="2345048"/>
            <a:ext cx="479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X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0EE46F4-FBD1-117B-62F8-C72C065BC85C}"/>
              </a:ext>
            </a:extLst>
          </p:cNvPr>
          <p:cNvSpPr/>
          <p:nvPr/>
        </p:nvSpPr>
        <p:spPr>
          <a:xfrm>
            <a:off x="954796" y="2804259"/>
            <a:ext cx="401931" cy="33242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8DE3FB4-3FF0-87D1-20FF-02920026561C}"/>
              </a:ext>
            </a:extLst>
          </p:cNvPr>
          <p:cNvSpPr txBox="1"/>
          <p:nvPr/>
        </p:nvSpPr>
        <p:spPr>
          <a:xfrm>
            <a:off x="969920" y="2905851"/>
            <a:ext cx="479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X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819FB0E-69FD-8ECA-2D56-2F73C7D82157}"/>
              </a:ext>
            </a:extLst>
          </p:cNvPr>
          <p:cNvSpPr/>
          <p:nvPr/>
        </p:nvSpPr>
        <p:spPr>
          <a:xfrm>
            <a:off x="946992" y="3365062"/>
            <a:ext cx="401931" cy="28971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8FA5F9-9EB0-C884-A140-32A03B15E1EF}"/>
              </a:ext>
            </a:extLst>
          </p:cNvPr>
          <p:cNvSpPr txBox="1"/>
          <p:nvPr/>
        </p:nvSpPr>
        <p:spPr>
          <a:xfrm>
            <a:off x="962116" y="3414922"/>
            <a:ext cx="479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X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242B5587-F6F8-00BE-2278-7D01F11B00FC}"/>
              </a:ext>
            </a:extLst>
          </p:cNvPr>
          <p:cNvSpPr/>
          <p:nvPr/>
        </p:nvSpPr>
        <p:spPr>
          <a:xfrm>
            <a:off x="1619659" y="1977992"/>
            <a:ext cx="332577" cy="28971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197D55D-BCC7-FFC3-C24B-D9E8719097FB}"/>
              </a:ext>
            </a:extLst>
          </p:cNvPr>
          <p:cNvSpPr txBox="1"/>
          <p:nvPr/>
        </p:nvSpPr>
        <p:spPr>
          <a:xfrm>
            <a:off x="1611855" y="2020246"/>
            <a:ext cx="394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+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DCDBB9A-8301-02CE-DB23-47EEAFD3C4B0}"/>
              </a:ext>
            </a:extLst>
          </p:cNvPr>
          <p:cNvSpPr/>
          <p:nvPr/>
        </p:nvSpPr>
        <p:spPr>
          <a:xfrm>
            <a:off x="1645412" y="3008273"/>
            <a:ext cx="332577" cy="28971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339A200-3171-2AE3-2FDF-FBD93F226DAA}"/>
              </a:ext>
            </a:extLst>
          </p:cNvPr>
          <p:cNvSpPr txBox="1"/>
          <p:nvPr/>
        </p:nvSpPr>
        <p:spPr>
          <a:xfrm>
            <a:off x="1637608" y="3050527"/>
            <a:ext cx="394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+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F9016FD-32C0-FA00-4BD6-D48A7E529D13}"/>
              </a:ext>
            </a:extLst>
          </p:cNvPr>
          <p:cNvSpPr/>
          <p:nvPr/>
        </p:nvSpPr>
        <p:spPr>
          <a:xfrm>
            <a:off x="2169418" y="2511367"/>
            <a:ext cx="332577" cy="28971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BEEB8A3-D885-9995-6F5E-C53D55CA4EB4}"/>
              </a:ext>
            </a:extLst>
          </p:cNvPr>
          <p:cNvSpPr txBox="1"/>
          <p:nvPr/>
        </p:nvSpPr>
        <p:spPr>
          <a:xfrm>
            <a:off x="2161614" y="2553621"/>
            <a:ext cx="394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30000" dirty="0"/>
              <a:t>+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4F26A62-EB66-2447-6240-3B53E2D20513}"/>
              </a:ext>
            </a:extLst>
          </p:cNvPr>
          <p:cNvCxnSpPr>
            <a:cxnSpLocks/>
          </p:cNvCxnSpPr>
          <p:nvPr/>
        </p:nvCxnSpPr>
        <p:spPr>
          <a:xfrm>
            <a:off x="1356727" y="1878526"/>
            <a:ext cx="283164" cy="162709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3BDDAC1-822D-8828-951A-70F421A56E7A}"/>
              </a:ext>
            </a:extLst>
          </p:cNvPr>
          <p:cNvCxnSpPr>
            <a:cxnSpLocks/>
          </p:cNvCxnSpPr>
          <p:nvPr/>
        </p:nvCxnSpPr>
        <p:spPr>
          <a:xfrm>
            <a:off x="1361677" y="2915826"/>
            <a:ext cx="283164" cy="162709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0B90CCA-32E3-6BCD-F19D-7A62EC82B00E}"/>
              </a:ext>
            </a:extLst>
          </p:cNvPr>
          <p:cNvCxnSpPr>
            <a:cxnSpLocks/>
          </p:cNvCxnSpPr>
          <p:nvPr/>
        </p:nvCxnSpPr>
        <p:spPr>
          <a:xfrm flipV="1">
            <a:off x="1361307" y="3247436"/>
            <a:ext cx="287125" cy="194352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F60D78C-A837-9C64-2097-EF25C7B625A3}"/>
              </a:ext>
            </a:extLst>
          </p:cNvPr>
          <p:cNvCxnSpPr>
            <a:cxnSpLocks/>
          </p:cNvCxnSpPr>
          <p:nvPr/>
        </p:nvCxnSpPr>
        <p:spPr>
          <a:xfrm flipV="1">
            <a:off x="1361307" y="2213213"/>
            <a:ext cx="287125" cy="194352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92ED123F-3C3C-A7B7-2DAF-F7945AD81FDE}"/>
              </a:ext>
            </a:extLst>
          </p:cNvPr>
          <p:cNvCxnSpPr>
            <a:cxnSpLocks/>
          </p:cNvCxnSpPr>
          <p:nvPr/>
        </p:nvCxnSpPr>
        <p:spPr>
          <a:xfrm>
            <a:off x="1919110" y="2194722"/>
            <a:ext cx="319798" cy="29680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ED4EEE4-B237-C725-D15B-2A0406E1FCEF}"/>
              </a:ext>
            </a:extLst>
          </p:cNvPr>
          <p:cNvCxnSpPr>
            <a:cxnSpLocks/>
          </p:cNvCxnSpPr>
          <p:nvPr/>
        </p:nvCxnSpPr>
        <p:spPr>
          <a:xfrm flipV="1">
            <a:off x="1952236" y="2863176"/>
            <a:ext cx="302403" cy="193498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11CCF3A-F3E9-2C59-B0A1-BE9E7338E204}"/>
              </a:ext>
            </a:extLst>
          </p:cNvPr>
          <p:cNvCxnSpPr>
            <a:cxnSpLocks/>
          </p:cNvCxnSpPr>
          <p:nvPr/>
        </p:nvCxnSpPr>
        <p:spPr>
          <a:xfrm>
            <a:off x="2504118" y="2656222"/>
            <a:ext cx="439838" cy="0"/>
          </a:xfrm>
          <a:prstGeom prst="straightConnector1">
            <a:avLst/>
          </a:prstGeom>
          <a:ln w="28575">
            <a:solidFill>
              <a:srgbClr val="009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5585547-4D84-73E3-49C7-4BEEAE608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78" y="1639158"/>
            <a:ext cx="6866106" cy="44517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0E8D0-7272-B736-5F3C-E6E5F079CD85}"/>
              </a:ext>
            </a:extLst>
          </p:cNvPr>
          <p:cNvSpPr txBox="1"/>
          <p:nvPr/>
        </p:nvSpPr>
        <p:spPr>
          <a:xfrm>
            <a:off x="6211915" y="6181909"/>
            <a:ext cx="275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Schematic From Vivado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22602-688C-B0CC-4CA0-35B1CC131D1C}"/>
              </a:ext>
            </a:extLst>
          </p:cNvPr>
          <p:cNvSpPr txBox="1"/>
          <p:nvPr/>
        </p:nvSpPr>
        <p:spPr>
          <a:xfrm>
            <a:off x="724943" y="4046303"/>
            <a:ext cx="275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Theoretical Schematic</a:t>
            </a:r>
          </a:p>
        </p:txBody>
      </p:sp>
    </p:spTree>
    <p:extLst>
      <p:ext uri="{BB962C8B-B14F-4D97-AF65-F5344CB8AC3E}">
        <p14:creationId xmlns:p14="http://schemas.microsoft.com/office/powerpoint/2010/main" val="734706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3846-2BFE-DC04-DDF4-44BC0CCD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Accumulator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09CEC-3CFF-EADD-D094-55A8BAECB953}"/>
              </a:ext>
            </a:extLst>
          </p:cNvPr>
          <p:cNvSpPr/>
          <p:nvPr/>
        </p:nvSpPr>
        <p:spPr>
          <a:xfrm>
            <a:off x="2101174" y="5315137"/>
            <a:ext cx="7558391" cy="76082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CA413E-4B36-1561-D688-3B82743B6076}"/>
              </a:ext>
            </a:extLst>
          </p:cNvPr>
          <p:cNvCxnSpPr>
            <a:cxnSpLocks/>
            <a:stCxn id="5" idx="0"/>
            <a:endCxn id="5" idx="2"/>
          </p:cNvCxnSpPr>
          <p:nvPr/>
        </p:nvCxnSpPr>
        <p:spPr>
          <a:xfrm>
            <a:off x="5880370" y="5315137"/>
            <a:ext cx="0" cy="760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8AB433-D8F8-77E4-6D21-FCC0404E4940}"/>
              </a:ext>
            </a:extLst>
          </p:cNvPr>
          <p:cNvCxnSpPr>
            <a:cxnSpLocks/>
          </p:cNvCxnSpPr>
          <p:nvPr/>
        </p:nvCxnSpPr>
        <p:spPr>
          <a:xfrm>
            <a:off x="7832387" y="5315137"/>
            <a:ext cx="0" cy="760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A91DB3-0486-C339-8CA8-75E623597529}"/>
              </a:ext>
            </a:extLst>
          </p:cNvPr>
          <p:cNvCxnSpPr>
            <a:cxnSpLocks/>
          </p:cNvCxnSpPr>
          <p:nvPr/>
        </p:nvCxnSpPr>
        <p:spPr>
          <a:xfrm>
            <a:off x="4019145" y="5315137"/>
            <a:ext cx="0" cy="7608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BC5ACD4-C453-F4A5-9229-13116E61ED84}"/>
              </a:ext>
            </a:extLst>
          </p:cNvPr>
          <p:cNvSpPr/>
          <p:nvPr/>
        </p:nvSpPr>
        <p:spPr>
          <a:xfrm>
            <a:off x="2772383" y="4294852"/>
            <a:ext cx="583659" cy="5516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BB5B60-2FE3-2627-D45E-45B913074B6C}"/>
              </a:ext>
            </a:extLst>
          </p:cNvPr>
          <p:cNvSpPr/>
          <p:nvPr/>
        </p:nvSpPr>
        <p:spPr>
          <a:xfrm>
            <a:off x="4578485" y="4294852"/>
            <a:ext cx="583659" cy="5516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8BE011A-17B1-2507-8206-C7798515333D}"/>
              </a:ext>
            </a:extLst>
          </p:cNvPr>
          <p:cNvSpPr/>
          <p:nvPr/>
        </p:nvSpPr>
        <p:spPr>
          <a:xfrm>
            <a:off x="6446199" y="4294852"/>
            <a:ext cx="583659" cy="5516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B524E0-5C29-35E1-6CFF-573F365E7604}"/>
              </a:ext>
            </a:extLst>
          </p:cNvPr>
          <p:cNvSpPr/>
          <p:nvPr/>
        </p:nvSpPr>
        <p:spPr>
          <a:xfrm>
            <a:off x="8252301" y="4294852"/>
            <a:ext cx="583659" cy="55160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1B211F-F9FB-1C79-F1B5-11A078ADAD8B}"/>
              </a:ext>
            </a:extLst>
          </p:cNvPr>
          <p:cNvCxnSpPr>
            <a:cxnSpLocks/>
          </p:cNvCxnSpPr>
          <p:nvPr/>
        </p:nvCxnSpPr>
        <p:spPr>
          <a:xfrm flipV="1">
            <a:off x="2402731" y="4570652"/>
            <a:ext cx="0" cy="720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DC3464-399D-5137-3D30-C3922840FB08}"/>
              </a:ext>
            </a:extLst>
          </p:cNvPr>
          <p:cNvCxnSpPr>
            <a:endCxn id="11" idx="2"/>
          </p:cNvCxnSpPr>
          <p:nvPr/>
        </p:nvCxnSpPr>
        <p:spPr>
          <a:xfrm>
            <a:off x="2402732" y="4570652"/>
            <a:ext cx="369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ADF20-6402-FCBF-9844-A7EBF027EA0F}"/>
              </a:ext>
            </a:extLst>
          </p:cNvPr>
          <p:cNvCxnSpPr>
            <a:stCxn id="11" idx="4"/>
          </p:cNvCxnSpPr>
          <p:nvPr/>
        </p:nvCxnSpPr>
        <p:spPr>
          <a:xfrm flipH="1">
            <a:off x="3064212" y="4846452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89FBA9-415F-43B1-89C6-9CFF1360EAF8}"/>
              </a:ext>
            </a:extLst>
          </p:cNvPr>
          <p:cNvCxnSpPr/>
          <p:nvPr/>
        </p:nvCxnSpPr>
        <p:spPr>
          <a:xfrm flipH="1">
            <a:off x="3064211" y="3783790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E393A8-301D-90B3-16E8-C707E48DCF3A}"/>
              </a:ext>
            </a:extLst>
          </p:cNvPr>
          <p:cNvCxnSpPr/>
          <p:nvPr/>
        </p:nvCxnSpPr>
        <p:spPr>
          <a:xfrm flipH="1">
            <a:off x="4870313" y="4816234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4AB33F-5666-E7EE-B391-39B2A2D15880}"/>
              </a:ext>
            </a:extLst>
          </p:cNvPr>
          <p:cNvCxnSpPr/>
          <p:nvPr/>
        </p:nvCxnSpPr>
        <p:spPr>
          <a:xfrm flipH="1">
            <a:off x="6738028" y="4815201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BD8663-672B-3DBE-718D-123D3DFE647B}"/>
              </a:ext>
            </a:extLst>
          </p:cNvPr>
          <p:cNvCxnSpPr/>
          <p:nvPr/>
        </p:nvCxnSpPr>
        <p:spPr>
          <a:xfrm flipH="1">
            <a:off x="8544130" y="4831343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B3D494-4068-1B58-6079-90C529D2DB76}"/>
              </a:ext>
            </a:extLst>
          </p:cNvPr>
          <p:cNvCxnSpPr/>
          <p:nvPr/>
        </p:nvCxnSpPr>
        <p:spPr>
          <a:xfrm flipH="1">
            <a:off x="4870312" y="3783789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2BA3F7-AAE7-828B-A56F-11063A392503}"/>
              </a:ext>
            </a:extLst>
          </p:cNvPr>
          <p:cNvCxnSpPr/>
          <p:nvPr/>
        </p:nvCxnSpPr>
        <p:spPr>
          <a:xfrm flipH="1">
            <a:off x="6738027" y="3783788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2542EE-D4ED-12CF-F4A5-2DDFED48CC53}"/>
              </a:ext>
            </a:extLst>
          </p:cNvPr>
          <p:cNvCxnSpPr/>
          <p:nvPr/>
        </p:nvCxnSpPr>
        <p:spPr>
          <a:xfrm flipH="1">
            <a:off x="8544127" y="3811058"/>
            <a:ext cx="1" cy="49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D0C8937-5716-87F4-021E-2557F6887854}"/>
              </a:ext>
            </a:extLst>
          </p:cNvPr>
          <p:cNvCxnSpPr>
            <a:cxnSpLocks/>
          </p:cNvCxnSpPr>
          <p:nvPr/>
        </p:nvCxnSpPr>
        <p:spPr>
          <a:xfrm flipV="1">
            <a:off x="4228289" y="4570652"/>
            <a:ext cx="0" cy="720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EBAB87-9E3B-6E93-3729-4E4C55D59872}"/>
              </a:ext>
            </a:extLst>
          </p:cNvPr>
          <p:cNvCxnSpPr>
            <a:cxnSpLocks/>
          </p:cNvCxnSpPr>
          <p:nvPr/>
        </p:nvCxnSpPr>
        <p:spPr>
          <a:xfrm flipV="1">
            <a:off x="6112212" y="4567413"/>
            <a:ext cx="0" cy="720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424B2B-0AC9-6F07-EAD3-35293B0712E4}"/>
              </a:ext>
            </a:extLst>
          </p:cNvPr>
          <p:cNvCxnSpPr>
            <a:cxnSpLocks/>
          </p:cNvCxnSpPr>
          <p:nvPr/>
        </p:nvCxnSpPr>
        <p:spPr>
          <a:xfrm flipV="1">
            <a:off x="7885884" y="4593937"/>
            <a:ext cx="0" cy="720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ADEF9A-3B09-EACC-A724-8F36CA8D7CA9}"/>
              </a:ext>
            </a:extLst>
          </p:cNvPr>
          <p:cNvCxnSpPr/>
          <p:nvPr/>
        </p:nvCxnSpPr>
        <p:spPr>
          <a:xfrm>
            <a:off x="4228289" y="4567413"/>
            <a:ext cx="369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468426-5EC9-0E8F-4535-E4270DA7B13F}"/>
              </a:ext>
            </a:extLst>
          </p:cNvPr>
          <p:cNvCxnSpPr/>
          <p:nvPr/>
        </p:nvCxnSpPr>
        <p:spPr>
          <a:xfrm>
            <a:off x="6102484" y="4567413"/>
            <a:ext cx="369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869F93-2E42-C7C5-BA27-0A094FDC048E}"/>
              </a:ext>
            </a:extLst>
          </p:cNvPr>
          <p:cNvCxnSpPr/>
          <p:nvPr/>
        </p:nvCxnSpPr>
        <p:spPr>
          <a:xfrm>
            <a:off x="7882650" y="4586869"/>
            <a:ext cx="3696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680E5EF-99B4-10A8-B49F-75DABBB1BC46}"/>
              </a:ext>
            </a:extLst>
          </p:cNvPr>
          <p:cNvSpPr/>
          <p:nvPr/>
        </p:nvSpPr>
        <p:spPr>
          <a:xfrm>
            <a:off x="2697809" y="1728332"/>
            <a:ext cx="6608317" cy="72016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A66BEC-6613-D498-DB85-A6C981670546}"/>
              </a:ext>
            </a:extLst>
          </p:cNvPr>
          <p:cNvCxnSpPr>
            <a:cxnSpLocks/>
          </p:cNvCxnSpPr>
          <p:nvPr/>
        </p:nvCxnSpPr>
        <p:spPr>
          <a:xfrm>
            <a:off x="1932564" y="2665660"/>
            <a:ext cx="6494834" cy="70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19FDE5F-4DD3-0F3B-7A4F-C2B78511F10A}"/>
              </a:ext>
            </a:extLst>
          </p:cNvPr>
          <p:cNvSpPr/>
          <p:nvPr/>
        </p:nvSpPr>
        <p:spPr>
          <a:xfrm>
            <a:off x="246437" y="2496282"/>
            <a:ext cx="1686126" cy="4091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down_proj_out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7B1C04-8A6C-81D5-0709-913372501652}"/>
              </a:ext>
            </a:extLst>
          </p:cNvPr>
          <p:cNvCxnSpPr>
            <a:cxnSpLocks/>
          </p:cNvCxnSpPr>
          <p:nvPr/>
        </p:nvCxnSpPr>
        <p:spPr>
          <a:xfrm>
            <a:off x="3161489" y="2460658"/>
            <a:ext cx="0" cy="982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hord 45">
            <a:extLst>
              <a:ext uri="{FF2B5EF4-FFF2-40B4-BE49-F238E27FC236}">
                <a16:creationId xmlns:a16="http://schemas.microsoft.com/office/drawing/2014/main" id="{B0771360-6800-ECE6-88EB-760641DBB959}"/>
              </a:ext>
            </a:extLst>
          </p:cNvPr>
          <p:cNvSpPr/>
          <p:nvPr/>
        </p:nvSpPr>
        <p:spPr>
          <a:xfrm rot="16030909">
            <a:off x="2720930" y="3194150"/>
            <a:ext cx="632294" cy="498903"/>
          </a:xfrm>
          <a:prstGeom prst="chord">
            <a:avLst>
              <a:gd name="adj1" fmla="val 5767074"/>
              <a:gd name="adj2" fmla="val 1612300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Chord 47">
            <a:extLst>
              <a:ext uri="{FF2B5EF4-FFF2-40B4-BE49-F238E27FC236}">
                <a16:creationId xmlns:a16="http://schemas.microsoft.com/office/drawing/2014/main" id="{FB5F9DC9-0217-9134-03DA-A7110B05D065}"/>
              </a:ext>
            </a:extLst>
          </p:cNvPr>
          <p:cNvSpPr/>
          <p:nvPr/>
        </p:nvSpPr>
        <p:spPr>
          <a:xfrm rot="16030909">
            <a:off x="4497850" y="3218989"/>
            <a:ext cx="632294" cy="498903"/>
          </a:xfrm>
          <a:prstGeom prst="chord">
            <a:avLst>
              <a:gd name="adj1" fmla="val 5767074"/>
              <a:gd name="adj2" fmla="val 1612300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Chord 49">
            <a:extLst>
              <a:ext uri="{FF2B5EF4-FFF2-40B4-BE49-F238E27FC236}">
                <a16:creationId xmlns:a16="http://schemas.microsoft.com/office/drawing/2014/main" id="{5CFC428D-DA86-8A49-91DC-FB47E352C0AD}"/>
              </a:ext>
            </a:extLst>
          </p:cNvPr>
          <p:cNvSpPr/>
          <p:nvPr/>
        </p:nvSpPr>
        <p:spPr>
          <a:xfrm rot="16030909">
            <a:off x="6449865" y="3220632"/>
            <a:ext cx="632294" cy="498903"/>
          </a:xfrm>
          <a:prstGeom prst="chord">
            <a:avLst>
              <a:gd name="adj1" fmla="val 5767074"/>
              <a:gd name="adj2" fmla="val 1612300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hord 51">
            <a:extLst>
              <a:ext uri="{FF2B5EF4-FFF2-40B4-BE49-F238E27FC236}">
                <a16:creationId xmlns:a16="http://schemas.microsoft.com/office/drawing/2014/main" id="{A780E434-1D7B-9A43-D4B0-9342FE424268}"/>
              </a:ext>
            </a:extLst>
          </p:cNvPr>
          <p:cNvSpPr/>
          <p:nvPr/>
        </p:nvSpPr>
        <p:spPr>
          <a:xfrm rot="16030909">
            <a:off x="8200847" y="3233060"/>
            <a:ext cx="632294" cy="498903"/>
          </a:xfrm>
          <a:prstGeom prst="chord">
            <a:avLst>
              <a:gd name="adj1" fmla="val 5767074"/>
              <a:gd name="adj2" fmla="val 1612300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ED8D35-679A-46A3-90C9-302255ED3E6B}"/>
              </a:ext>
            </a:extLst>
          </p:cNvPr>
          <p:cNvCxnSpPr>
            <a:cxnSpLocks/>
          </p:cNvCxnSpPr>
          <p:nvPr/>
        </p:nvCxnSpPr>
        <p:spPr>
          <a:xfrm>
            <a:off x="4922199" y="2447231"/>
            <a:ext cx="10576" cy="10556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3FE5875-F5C9-1D69-4706-6A572A8A6336}"/>
              </a:ext>
            </a:extLst>
          </p:cNvPr>
          <p:cNvCxnSpPr>
            <a:cxnSpLocks/>
          </p:cNvCxnSpPr>
          <p:nvPr/>
        </p:nvCxnSpPr>
        <p:spPr>
          <a:xfrm>
            <a:off x="6921309" y="2447231"/>
            <a:ext cx="0" cy="1055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94E2927-B9A1-43C1-F988-7839EDC2BD27}"/>
              </a:ext>
            </a:extLst>
          </p:cNvPr>
          <p:cNvCxnSpPr>
            <a:cxnSpLocks/>
          </p:cNvCxnSpPr>
          <p:nvPr/>
        </p:nvCxnSpPr>
        <p:spPr>
          <a:xfrm>
            <a:off x="8692595" y="2447231"/>
            <a:ext cx="0" cy="1055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CA7D7E2-AB47-86AB-2940-671E86B25549}"/>
              </a:ext>
            </a:extLst>
          </p:cNvPr>
          <p:cNvCxnSpPr>
            <a:cxnSpLocks/>
          </p:cNvCxnSpPr>
          <p:nvPr/>
        </p:nvCxnSpPr>
        <p:spPr>
          <a:xfrm>
            <a:off x="8427398" y="2724718"/>
            <a:ext cx="0" cy="766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4B0A9EE-172D-1A75-502D-D61E998974B6}"/>
              </a:ext>
            </a:extLst>
          </p:cNvPr>
          <p:cNvCxnSpPr>
            <a:cxnSpLocks/>
          </p:cNvCxnSpPr>
          <p:nvPr/>
        </p:nvCxnSpPr>
        <p:spPr>
          <a:xfrm>
            <a:off x="6653721" y="2724717"/>
            <a:ext cx="0" cy="766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9B9367C-7B56-55E3-1B40-2726569D64AC}"/>
              </a:ext>
            </a:extLst>
          </p:cNvPr>
          <p:cNvCxnSpPr>
            <a:cxnSpLocks/>
          </p:cNvCxnSpPr>
          <p:nvPr/>
        </p:nvCxnSpPr>
        <p:spPr>
          <a:xfrm>
            <a:off x="4679006" y="2702315"/>
            <a:ext cx="0" cy="766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CAE9BEC-F17C-7B8A-304C-0BC05546A8F3}"/>
              </a:ext>
            </a:extLst>
          </p:cNvPr>
          <p:cNvCxnSpPr>
            <a:cxnSpLocks/>
          </p:cNvCxnSpPr>
          <p:nvPr/>
        </p:nvCxnSpPr>
        <p:spPr>
          <a:xfrm>
            <a:off x="2947484" y="2675557"/>
            <a:ext cx="0" cy="753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B05A3328-BEB0-F3E2-87AE-B5DD2AB5EDC4}"/>
              </a:ext>
            </a:extLst>
          </p:cNvPr>
          <p:cNvSpPr/>
          <p:nvPr/>
        </p:nvSpPr>
        <p:spPr>
          <a:xfrm>
            <a:off x="246437" y="1850511"/>
            <a:ext cx="2068746" cy="4091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down_proj_tile_idx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884978B-3F1D-2E81-D241-BC09C86DEC6F}"/>
              </a:ext>
            </a:extLst>
          </p:cNvPr>
          <p:cNvCxnSpPr>
            <a:cxnSpLocks/>
          </p:cNvCxnSpPr>
          <p:nvPr/>
        </p:nvCxnSpPr>
        <p:spPr>
          <a:xfrm>
            <a:off x="2315183" y="2055096"/>
            <a:ext cx="2723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67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736C-615A-73A5-0187-D42EFECC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635" y="2450298"/>
            <a:ext cx="4614729" cy="1325563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rgbClr val="00B05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783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721</Words>
  <Application>Microsoft Office PowerPoint</Application>
  <PresentationFormat>Widescreen</PresentationFormat>
  <Paragraphs>248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Modified FFN Architecture with tiled input (Algorithm, Trace of Algorithm and Datapath Block Diagram</vt:lpstr>
      <vt:lpstr>Comparison Between Pipelined FFN Verilog Design and FFN C Code for different input combinations</vt:lpstr>
      <vt:lpstr>Comparison Between Pipelined FFN Verilog Design and FFN C Code for different input combinations</vt:lpstr>
      <vt:lpstr>Algorithm</vt:lpstr>
      <vt:lpstr>First Cycle</vt:lpstr>
      <vt:lpstr>Second Cycle</vt:lpstr>
      <vt:lpstr>Third Cycle</vt:lpstr>
      <vt:lpstr>Fourth Cycle</vt:lpstr>
      <vt:lpstr>Block Diagram of Pipelined FFN Datapath</vt:lpstr>
      <vt:lpstr>Up and Down Projection PE and Column- wise adder tree</vt:lpstr>
      <vt:lpstr>Accumulator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Aruddha Basu</dc:creator>
  <cp:lastModifiedBy>Rahul Tripathy</cp:lastModifiedBy>
  <cp:revision>3</cp:revision>
  <dcterms:created xsi:type="dcterms:W3CDTF">2026-06-29T07:26:12Z</dcterms:created>
  <dcterms:modified xsi:type="dcterms:W3CDTF">2026-07-02T14:11:44Z</dcterms:modified>
</cp:coreProperties>
</file>